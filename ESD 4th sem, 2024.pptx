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61" r:id="rId4"/>
    <p:sldId id="262" r:id="rId5"/>
    <p:sldId id="263" r:id="rId6"/>
    <p:sldId id="264" r:id="rId7"/>
    <p:sldId id="265" r:id="rId8"/>
    <p:sldId id="267" r:id="rId9"/>
    <p:sldId id="266" r:id="rId10"/>
    <p:sldId id="272" r:id="rId11"/>
    <p:sldId id="273" r:id="rId12"/>
    <p:sldId id="268" r:id="rId13"/>
    <p:sldId id="270"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3" d="100"/>
          <a:sy n="73" d="100"/>
        </p:scale>
        <p:origin x="-1296" y="-10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01B6DF2-C4F9-4997-B7DD-64E3D79B64A7}" type="datetimeFigureOut">
              <a:rPr lang="en-US" smtClean="0"/>
              <a:pPr/>
              <a:t>7/9/2024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7C51BB2-E6DF-42F5-9596-3BC46C4E4CD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1bf5e8969c4_0_7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1" name="Google Shape;131;g1bf5e8969c4_0_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7C51BB2-E6DF-42F5-9596-3BC46C4E4CD9}" type="slidenum">
              <a:rPr lang="en-US" smtClean="0"/>
              <a:pPr/>
              <a:t>8</a:t>
            </a:fld>
            <a:endParaRPr lang="en-US"/>
          </a:p>
        </p:txBody>
      </p:sp>
    </p:spTree>
    <p:extLst>
      <p:ext uri="{BB962C8B-B14F-4D97-AF65-F5344CB8AC3E}">
        <p14:creationId xmlns="" xmlns:p14="http://schemas.microsoft.com/office/powerpoint/2010/main" val="2089339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25D2A2C-7021-48CE-B570-87287D5264BC}" type="datetimeFigureOut">
              <a:rPr lang="en-US" smtClean="0"/>
              <a:pPr/>
              <a:t>7/9/2024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AEE7F-3305-41FE-BD67-14E92488C9DD}" type="slidenum">
              <a:rPr lang="en-US" smtClean="0"/>
              <a:pPr/>
              <a:t>‹#›</a:t>
            </a:fld>
            <a:endParaRPr lang="en-US"/>
          </a:p>
        </p:txBody>
      </p:sp>
    </p:spTree>
  </p:cSld>
  <p:clrMapOvr>
    <a:masterClrMapping/>
  </p:clrMapOvr>
  <p:transition>
    <p:dissolv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25D2A2C-7021-48CE-B570-87287D5264BC}" type="datetimeFigureOut">
              <a:rPr lang="en-US" smtClean="0"/>
              <a:pPr/>
              <a:t>7/9/2024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AEE7F-3305-41FE-BD67-14E92488C9DD}" type="slidenum">
              <a:rPr lang="en-US" smtClean="0"/>
              <a:pPr/>
              <a:t>‹#›</a:t>
            </a:fld>
            <a:endParaRPr lang="en-US"/>
          </a:p>
        </p:txBody>
      </p:sp>
    </p:spTree>
  </p:cSld>
  <p:clrMapOvr>
    <a:masterClrMapping/>
  </p:clrMapOvr>
  <p:transition>
    <p:dissolv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25D2A2C-7021-48CE-B570-87287D5264BC}" type="datetimeFigureOut">
              <a:rPr lang="en-US" smtClean="0"/>
              <a:pPr/>
              <a:t>7/9/2024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AEE7F-3305-41FE-BD67-14E92488C9DD}" type="slidenum">
              <a:rPr lang="en-US" smtClean="0"/>
              <a:pPr/>
              <a:t>‹#›</a:t>
            </a:fld>
            <a:endParaRPr lang="en-US"/>
          </a:p>
        </p:txBody>
      </p:sp>
    </p:spTree>
  </p:cSld>
  <p:clrMapOvr>
    <a:masterClrMapping/>
  </p:clrMapOvr>
  <p:transition>
    <p:dissolv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25D2A2C-7021-48CE-B570-87287D5264BC}" type="datetimeFigureOut">
              <a:rPr lang="en-US" smtClean="0"/>
              <a:pPr/>
              <a:t>7/9/2024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4AEE7F-3305-41FE-BD67-14E92488C9DD}" type="slidenum">
              <a:rPr lang="en-US" smtClean="0"/>
              <a:pPr/>
              <a:t>‹#›</a:t>
            </a:fld>
            <a:endParaRPr lang="en-US"/>
          </a:p>
        </p:txBody>
      </p:sp>
    </p:spTree>
  </p:cSld>
  <p:clrMapOvr>
    <a:masterClrMapping/>
  </p:clrMapOvr>
  <p:transition>
    <p:dissolv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25D2A2C-7021-48CE-B570-87287D5264BC}" type="datetimeFigureOut">
              <a:rPr lang="en-US" smtClean="0"/>
              <a:pPr/>
              <a:t>7/9/2024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24AEE7F-3305-41FE-BD67-14E92488C9DD}" type="slidenum">
              <a:rPr lang="en-US" smtClean="0"/>
              <a:pPr/>
              <a:t>‹#›</a:t>
            </a:fld>
            <a:endParaRPr lang="en-US"/>
          </a:p>
        </p:txBody>
      </p:sp>
    </p:spTree>
  </p:cSld>
  <p:clrMapOvr>
    <a:masterClrMapping/>
  </p:clrMapOvr>
  <p:transition>
    <p:dissolv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25D2A2C-7021-48CE-B570-87287D5264BC}" type="datetimeFigureOut">
              <a:rPr lang="en-US" smtClean="0"/>
              <a:pPr/>
              <a:t>7/9/2024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24AEE7F-3305-41FE-BD67-14E92488C9DD}" type="slidenum">
              <a:rPr lang="en-US" smtClean="0"/>
              <a:pPr/>
              <a:t>‹#›</a:t>
            </a:fld>
            <a:endParaRPr lang="en-US"/>
          </a:p>
        </p:txBody>
      </p:sp>
    </p:spTree>
  </p:cSld>
  <p:clrMapOvr>
    <a:masterClrMapping/>
  </p:clrMapOvr>
  <p:transition>
    <p:dissolv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5D2A2C-7021-48CE-B570-87287D5264BC}" type="datetimeFigureOut">
              <a:rPr lang="en-US" smtClean="0"/>
              <a:pPr/>
              <a:t>7/9/2024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24AEE7F-3305-41FE-BD67-14E92488C9DD}" type="slidenum">
              <a:rPr lang="en-US" smtClean="0"/>
              <a:pPr/>
              <a:t>‹#›</a:t>
            </a:fld>
            <a:endParaRPr lang="en-US"/>
          </a:p>
        </p:txBody>
      </p:sp>
    </p:spTree>
  </p:cSld>
  <p:clrMapOvr>
    <a:masterClrMapping/>
  </p:clrMapOvr>
  <p:transition>
    <p:dissolv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25D2A2C-7021-48CE-B570-87287D5264BC}" type="datetimeFigureOut">
              <a:rPr lang="en-US" smtClean="0"/>
              <a:pPr/>
              <a:t>7/9/2024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4AEE7F-3305-41FE-BD67-14E92488C9DD}" type="slidenum">
              <a:rPr lang="en-US" smtClean="0"/>
              <a:pPr/>
              <a:t>‹#›</a:t>
            </a:fld>
            <a:endParaRPr lang="en-US"/>
          </a:p>
        </p:txBody>
      </p:sp>
    </p:spTree>
  </p:cSld>
  <p:clrMapOvr>
    <a:masterClrMapping/>
  </p:clrMapOvr>
  <p:transition>
    <p:dissolv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25D2A2C-7021-48CE-B570-87287D5264BC}" type="datetimeFigureOut">
              <a:rPr lang="en-US" smtClean="0"/>
              <a:pPr/>
              <a:t>7/9/2024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4AEE7F-3305-41FE-BD67-14E92488C9DD}" type="slidenum">
              <a:rPr lang="en-US" smtClean="0"/>
              <a:pPr/>
              <a:t>‹#›</a:t>
            </a:fld>
            <a:endParaRPr lang="en-US"/>
          </a:p>
        </p:txBody>
      </p:sp>
    </p:spTree>
  </p:cSld>
  <p:clrMapOvr>
    <a:masterClrMapping/>
  </p:clrMapOvr>
  <p:transition>
    <p:dissolv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25D2A2C-7021-48CE-B570-87287D5264BC}" type="datetimeFigureOut">
              <a:rPr lang="en-US" smtClean="0"/>
              <a:pPr/>
              <a:t>7/9/2024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AEE7F-3305-41FE-BD67-14E92488C9DD}" type="slidenum">
              <a:rPr lang="en-US" smtClean="0"/>
              <a:pPr/>
              <a:t>‹#›</a:t>
            </a:fld>
            <a:endParaRPr lang="en-US"/>
          </a:p>
        </p:txBody>
      </p:sp>
    </p:spTree>
  </p:cSld>
  <p:clrMapOvr>
    <a:masterClrMapping/>
  </p:clrMapOvr>
  <p:transition>
    <p:dissolv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25D2A2C-7021-48CE-B570-87287D5264BC}" type="datetimeFigureOut">
              <a:rPr lang="en-US" smtClean="0"/>
              <a:pPr/>
              <a:t>7/9/2024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AEE7F-3305-41FE-BD67-14E92488C9DD}" type="slidenum">
              <a:rPr lang="en-US" smtClean="0"/>
              <a:pPr/>
              <a:t>‹#›</a:t>
            </a:fld>
            <a:endParaRPr lang="en-US"/>
          </a:p>
        </p:txBody>
      </p:sp>
    </p:spTree>
  </p:cSld>
  <p:clrMapOvr>
    <a:masterClrMapping/>
  </p:clrMapOvr>
  <p:transition>
    <p:dissolv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3"/>
        <p:cNvGrpSpPr/>
        <p:nvPr/>
      </p:nvGrpSpPr>
      <p:grpSpPr>
        <a:xfrm>
          <a:off x="0" y="0"/>
          <a:ext cx="0" cy="0"/>
          <a:chOff x="0" y="0"/>
          <a:chExt cx="0" cy="0"/>
        </a:xfrm>
      </p:grpSpPr>
      <p:sp>
        <p:nvSpPr>
          <p:cNvPr id="14" name="Google Shape;14;p17"/>
          <p:cNvSpPr txBox="1">
            <a:spLocks noGrp="1"/>
          </p:cNvSpPr>
          <p:nvPr>
            <p:ph type="title"/>
          </p:nvPr>
        </p:nvSpPr>
        <p:spPr>
          <a:xfrm>
            <a:off x="311700" y="593367"/>
            <a:ext cx="8520600" cy="76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17"/>
          <p:cNvSpPr txBox="1">
            <a:spLocks noGrp="1"/>
          </p:cNvSpPr>
          <p:nvPr>
            <p:ph type="body" idx="1"/>
          </p:nvPr>
        </p:nvSpPr>
        <p:spPr>
          <a:xfrm>
            <a:off x="311700" y="1536633"/>
            <a:ext cx="8520600" cy="45552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6" name="Google Shape;16;p17"/>
          <p:cNvSpPr txBox="1">
            <a:spLocks noGrp="1"/>
          </p:cNvSpPr>
          <p:nvPr>
            <p:ph type="sldNum" idx="12"/>
          </p:nvPr>
        </p:nvSpPr>
        <p:spPr>
          <a:xfrm>
            <a:off x="8472458" y="6217623"/>
            <a:ext cx="5487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transition>
    <p:dissolv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5D2A2C-7021-48CE-B570-87287D5264BC}" type="datetimeFigureOut">
              <a:rPr lang="en-US" smtClean="0"/>
              <a:pPr/>
              <a:t>7/9/2024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4AEE7F-3305-41FE-BD67-14E92488C9D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dissolve/>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4"/>
          <p:cNvGrpSpPr/>
          <p:nvPr/>
        </p:nvGrpSpPr>
        <p:grpSpPr>
          <a:xfrm>
            <a:off x="0" y="2718553"/>
            <a:ext cx="5886450" cy="4152900"/>
            <a:chOff x="0" y="2028825"/>
            <a:chExt cx="5886450" cy="3114674"/>
          </a:xfrm>
        </p:grpSpPr>
        <p:pic>
          <p:nvPicPr>
            <p:cNvPr id="5" name="object 5"/>
            <p:cNvPicPr/>
            <p:nvPr/>
          </p:nvPicPr>
          <p:blipFill>
            <a:blip r:embed="rId2" cstate="print"/>
            <a:stretch>
              <a:fillRect/>
            </a:stretch>
          </p:blipFill>
          <p:spPr>
            <a:xfrm>
              <a:off x="0" y="2542425"/>
              <a:ext cx="3267075" cy="2601074"/>
            </a:xfrm>
            <a:prstGeom prst="rect">
              <a:avLst/>
            </a:prstGeom>
          </p:spPr>
        </p:pic>
        <p:pic>
          <p:nvPicPr>
            <p:cNvPr id="6" name="object 6"/>
            <p:cNvPicPr/>
            <p:nvPr/>
          </p:nvPicPr>
          <p:blipFill>
            <a:blip r:embed="rId3" cstate="print"/>
            <a:stretch>
              <a:fillRect/>
            </a:stretch>
          </p:blipFill>
          <p:spPr>
            <a:xfrm>
              <a:off x="3152775" y="2028825"/>
              <a:ext cx="2733675" cy="2609850"/>
            </a:xfrm>
            <a:prstGeom prst="rect">
              <a:avLst/>
            </a:prstGeom>
          </p:spPr>
        </p:pic>
      </p:grpSp>
      <p:sp>
        <p:nvSpPr>
          <p:cNvPr id="7" name="object 7"/>
          <p:cNvSpPr txBox="1">
            <a:spLocks noGrp="1"/>
          </p:cNvSpPr>
          <p:nvPr>
            <p:ph type="title"/>
          </p:nvPr>
        </p:nvSpPr>
        <p:spPr>
          <a:xfrm>
            <a:off x="1918336" y="1248285"/>
            <a:ext cx="6470088" cy="1160189"/>
          </a:xfrm>
          <a:prstGeom prst="rect">
            <a:avLst/>
          </a:prstGeom>
        </p:spPr>
        <p:txBody>
          <a:bodyPr vert="horz" wrap="square" lIns="0" tIns="121285" rIns="0" bIns="0" rtlCol="0">
            <a:spAutoFit/>
          </a:bodyPr>
          <a:lstStyle/>
          <a:p>
            <a:pPr marL="12700" marR="5080" indent="485775" algn="l">
              <a:lnSpc>
                <a:spcPts val="3910"/>
              </a:lnSpc>
              <a:spcBef>
                <a:spcPts val="955"/>
              </a:spcBef>
            </a:pPr>
            <a:r>
              <a:rPr lang="en-US" sz="4800" b="1" u="sng" spc="490" dirty="0"/>
              <a:t>Agriculture and Rural Development </a:t>
            </a:r>
            <a:endParaRPr sz="2000" b="1" i="1" u="sng" spc="300" dirty="0"/>
          </a:p>
        </p:txBody>
      </p:sp>
      <p:pic>
        <p:nvPicPr>
          <p:cNvPr id="8" name="Picture 7">
            <a:extLst>
              <a:ext uri="{FF2B5EF4-FFF2-40B4-BE49-F238E27FC236}">
                <a16:creationId xmlns="" xmlns:a16="http://schemas.microsoft.com/office/drawing/2014/main" id="{2C250A6E-CD8E-104A-67A6-325267B046C9}"/>
              </a:ext>
            </a:extLst>
          </p:cNvPr>
          <p:cNvPicPr>
            <a:picLocks noChangeAspect="1"/>
          </p:cNvPicPr>
          <p:nvPr/>
        </p:nvPicPr>
        <p:blipFill>
          <a:blip r:embed="rId4" cstate="print"/>
          <a:stretch>
            <a:fillRect/>
          </a:stretch>
        </p:blipFill>
        <p:spPr>
          <a:xfrm>
            <a:off x="2987824" y="2852936"/>
            <a:ext cx="3096344" cy="3240359"/>
          </a:xfrm>
          <a:prstGeom prst="rect">
            <a:avLst/>
          </a:prstGeom>
        </p:spPr>
      </p:pic>
    </p:spTree>
  </p:cSld>
  <p:clrMapOvr>
    <a:masterClrMapping/>
  </p:clrMapOvr>
  <p:transition>
    <p:dissolv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477126" y="1"/>
            <a:ext cx="1666875" cy="927100"/>
          </a:xfrm>
          <a:custGeom>
            <a:avLst/>
            <a:gdLst/>
            <a:ahLst/>
            <a:cxnLst/>
            <a:rect l="l" t="t" r="r" b="b"/>
            <a:pathLst>
              <a:path w="1666875" h="695325">
                <a:moveTo>
                  <a:pt x="1666875" y="0"/>
                </a:moveTo>
                <a:lnTo>
                  <a:pt x="100002" y="0"/>
                </a:lnTo>
                <a:lnTo>
                  <a:pt x="72915" y="12219"/>
                </a:lnTo>
                <a:lnTo>
                  <a:pt x="25663" y="56221"/>
                </a:lnTo>
                <a:lnTo>
                  <a:pt x="2776" y="115514"/>
                </a:lnTo>
                <a:lnTo>
                  <a:pt x="0" y="147447"/>
                </a:lnTo>
                <a:lnTo>
                  <a:pt x="2319" y="179103"/>
                </a:lnTo>
                <a:lnTo>
                  <a:pt x="18484" y="240797"/>
                </a:lnTo>
                <a:lnTo>
                  <a:pt x="51819" y="313202"/>
                </a:lnTo>
                <a:lnTo>
                  <a:pt x="76184" y="354047"/>
                </a:lnTo>
                <a:lnTo>
                  <a:pt x="103609" y="392856"/>
                </a:lnTo>
                <a:lnTo>
                  <a:pt x="133876" y="429565"/>
                </a:lnTo>
                <a:lnTo>
                  <a:pt x="166765" y="464113"/>
                </a:lnTo>
                <a:lnTo>
                  <a:pt x="202057" y="496437"/>
                </a:lnTo>
                <a:lnTo>
                  <a:pt x="239532" y="526475"/>
                </a:lnTo>
                <a:lnTo>
                  <a:pt x="278972" y="554164"/>
                </a:lnTo>
                <a:lnTo>
                  <a:pt x="320157" y="579442"/>
                </a:lnTo>
                <a:lnTo>
                  <a:pt x="362868" y="602246"/>
                </a:lnTo>
                <a:lnTo>
                  <a:pt x="406886" y="622514"/>
                </a:lnTo>
                <a:lnTo>
                  <a:pt x="451992" y="640184"/>
                </a:lnTo>
                <a:lnTo>
                  <a:pt x="497967" y="655192"/>
                </a:lnTo>
                <a:lnTo>
                  <a:pt x="548339" y="668539"/>
                </a:lnTo>
                <a:lnTo>
                  <a:pt x="599308" y="679063"/>
                </a:lnTo>
                <a:lnTo>
                  <a:pt x="650767" y="686881"/>
                </a:lnTo>
                <a:lnTo>
                  <a:pt x="702611" y="692107"/>
                </a:lnTo>
                <a:lnTo>
                  <a:pt x="754731" y="694857"/>
                </a:lnTo>
                <a:lnTo>
                  <a:pt x="807021" y="695245"/>
                </a:lnTo>
                <a:lnTo>
                  <a:pt x="859375" y="693387"/>
                </a:lnTo>
                <a:lnTo>
                  <a:pt x="911685" y="689398"/>
                </a:lnTo>
                <a:lnTo>
                  <a:pt x="963846" y="683392"/>
                </a:lnTo>
                <a:lnTo>
                  <a:pt x="1015750" y="675486"/>
                </a:lnTo>
                <a:lnTo>
                  <a:pt x="1067291" y="665794"/>
                </a:lnTo>
                <a:lnTo>
                  <a:pt x="1118361" y="654430"/>
                </a:lnTo>
                <a:lnTo>
                  <a:pt x="1171832" y="640687"/>
                </a:lnTo>
                <a:lnTo>
                  <a:pt x="1224710" y="624493"/>
                </a:lnTo>
                <a:lnTo>
                  <a:pt x="1276406" y="605227"/>
                </a:lnTo>
                <a:lnTo>
                  <a:pt x="1326329" y="582266"/>
                </a:lnTo>
                <a:lnTo>
                  <a:pt x="1373885" y="554989"/>
                </a:lnTo>
                <a:lnTo>
                  <a:pt x="1412850" y="527351"/>
                </a:lnTo>
                <a:lnTo>
                  <a:pt x="1449255" y="496703"/>
                </a:lnTo>
                <a:lnTo>
                  <a:pt x="1483200" y="463393"/>
                </a:lnTo>
                <a:lnTo>
                  <a:pt x="1514787" y="427770"/>
                </a:lnTo>
                <a:lnTo>
                  <a:pt x="1544114" y="390184"/>
                </a:lnTo>
                <a:lnTo>
                  <a:pt x="1571281" y="350982"/>
                </a:lnTo>
                <a:lnTo>
                  <a:pt x="1596390" y="310514"/>
                </a:lnTo>
                <a:lnTo>
                  <a:pt x="1621287" y="265473"/>
                </a:lnTo>
                <a:lnTo>
                  <a:pt x="1644221" y="219360"/>
                </a:lnTo>
                <a:lnTo>
                  <a:pt x="1665559" y="172533"/>
                </a:lnTo>
                <a:lnTo>
                  <a:pt x="1666875" y="169446"/>
                </a:lnTo>
                <a:lnTo>
                  <a:pt x="1666875" y="0"/>
                </a:lnTo>
                <a:close/>
              </a:path>
            </a:pathLst>
          </a:custGeom>
          <a:solidFill>
            <a:srgbClr val="8EA8C9"/>
          </a:solidFill>
        </p:spPr>
        <p:txBody>
          <a:bodyPr wrap="square" lIns="0" tIns="0" rIns="0" bIns="0" rtlCol="0"/>
          <a:lstStyle/>
          <a:p>
            <a:endParaRPr/>
          </a:p>
        </p:txBody>
      </p:sp>
      <p:grpSp>
        <p:nvGrpSpPr>
          <p:cNvPr id="6" name="object 6"/>
          <p:cNvGrpSpPr/>
          <p:nvPr/>
        </p:nvGrpSpPr>
        <p:grpSpPr>
          <a:xfrm>
            <a:off x="15" y="1"/>
            <a:ext cx="1089660" cy="1511300"/>
            <a:chOff x="15" y="0"/>
            <a:chExt cx="1089660" cy="1133475"/>
          </a:xfrm>
        </p:grpSpPr>
        <p:sp>
          <p:nvSpPr>
            <p:cNvPr id="7" name="object 7"/>
            <p:cNvSpPr/>
            <p:nvPr/>
          </p:nvSpPr>
          <p:spPr>
            <a:xfrm>
              <a:off x="15" y="0"/>
              <a:ext cx="721360" cy="1133475"/>
            </a:xfrm>
            <a:custGeom>
              <a:avLst/>
              <a:gdLst/>
              <a:ahLst/>
              <a:cxnLst/>
              <a:rect l="l" t="t" r="r" b="b"/>
              <a:pathLst>
                <a:path w="721360" h="1133475">
                  <a:moveTo>
                    <a:pt x="126919" y="0"/>
                  </a:moveTo>
                  <a:lnTo>
                    <a:pt x="83210" y="380"/>
                  </a:lnTo>
                  <a:lnTo>
                    <a:pt x="0" y="126"/>
                  </a:lnTo>
                  <a:lnTo>
                    <a:pt x="0" y="761873"/>
                  </a:lnTo>
                  <a:lnTo>
                    <a:pt x="3020" y="763397"/>
                  </a:lnTo>
                  <a:lnTo>
                    <a:pt x="6041" y="764032"/>
                  </a:lnTo>
                  <a:lnTo>
                    <a:pt x="9077" y="765555"/>
                  </a:lnTo>
                  <a:lnTo>
                    <a:pt x="34739" y="780738"/>
                  </a:lnTo>
                  <a:lnTo>
                    <a:pt x="86310" y="810722"/>
                  </a:lnTo>
                  <a:lnTo>
                    <a:pt x="111939" y="826262"/>
                  </a:lnTo>
                  <a:lnTo>
                    <a:pt x="155755" y="856622"/>
                  </a:lnTo>
                  <a:lnTo>
                    <a:pt x="196382" y="890841"/>
                  </a:lnTo>
                  <a:lnTo>
                    <a:pt x="233741" y="928774"/>
                  </a:lnTo>
                  <a:lnTo>
                    <a:pt x="267751" y="970279"/>
                  </a:lnTo>
                  <a:lnTo>
                    <a:pt x="284646" y="992167"/>
                  </a:lnTo>
                  <a:lnTo>
                    <a:pt x="302378" y="1013460"/>
                  </a:lnTo>
                  <a:lnTo>
                    <a:pt x="340357" y="1054353"/>
                  </a:lnTo>
                  <a:lnTo>
                    <a:pt x="372032" y="1083048"/>
                  </a:lnTo>
                  <a:lnTo>
                    <a:pt x="406954" y="1106074"/>
                  </a:lnTo>
                  <a:lnTo>
                    <a:pt x="445265" y="1122576"/>
                  </a:lnTo>
                  <a:lnTo>
                    <a:pt x="487105" y="1131697"/>
                  </a:lnTo>
                  <a:lnTo>
                    <a:pt x="515096" y="1133475"/>
                  </a:lnTo>
                  <a:lnTo>
                    <a:pt x="554836" y="1129280"/>
                  </a:lnTo>
                  <a:lnTo>
                    <a:pt x="591204" y="1116393"/>
                  </a:lnTo>
                  <a:lnTo>
                    <a:pt x="623938" y="1094362"/>
                  </a:lnTo>
                  <a:lnTo>
                    <a:pt x="652777" y="1062736"/>
                  </a:lnTo>
                  <a:lnTo>
                    <a:pt x="677626" y="1019968"/>
                  </a:lnTo>
                  <a:lnTo>
                    <a:pt x="695131" y="973201"/>
                  </a:lnTo>
                  <a:lnTo>
                    <a:pt x="705293" y="931926"/>
                  </a:lnTo>
                  <a:lnTo>
                    <a:pt x="712410" y="889984"/>
                  </a:lnTo>
                  <a:lnTo>
                    <a:pt x="717116" y="847613"/>
                  </a:lnTo>
                  <a:lnTo>
                    <a:pt x="720049" y="805052"/>
                  </a:lnTo>
                  <a:lnTo>
                    <a:pt x="721364" y="757636"/>
                  </a:lnTo>
                  <a:lnTo>
                    <a:pt x="721137" y="710198"/>
                  </a:lnTo>
                  <a:lnTo>
                    <a:pt x="718846" y="662844"/>
                  </a:lnTo>
                  <a:lnTo>
                    <a:pt x="713965" y="615681"/>
                  </a:lnTo>
                  <a:lnTo>
                    <a:pt x="705972" y="568815"/>
                  </a:lnTo>
                  <a:lnTo>
                    <a:pt x="694344" y="522350"/>
                  </a:lnTo>
                  <a:lnTo>
                    <a:pt x="678356" y="471928"/>
                  </a:lnTo>
                  <a:lnTo>
                    <a:pt x="660030" y="423748"/>
                  </a:lnTo>
                  <a:lnTo>
                    <a:pt x="639349" y="377830"/>
                  </a:lnTo>
                  <a:lnTo>
                    <a:pt x="616292" y="334194"/>
                  </a:lnTo>
                  <a:lnTo>
                    <a:pt x="590841" y="292862"/>
                  </a:lnTo>
                  <a:lnTo>
                    <a:pt x="562977" y="253852"/>
                  </a:lnTo>
                  <a:lnTo>
                    <a:pt x="532680" y="217186"/>
                  </a:lnTo>
                  <a:lnTo>
                    <a:pt x="499932" y="182885"/>
                  </a:lnTo>
                  <a:lnTo>
                    <a:pt x="464714" y="150967"/>
                  </a:lnTo>
                  <a:lnTo>
                    <a:pt x="427007" y="121454"/>
                  </a:lnTo>
                  <a:lnTo>
                    <a:pt x="386792" y="94366"/>
                  </a:lnTo>
                  <a:lnTo>
                    <a:pt x="344049" y="69723"/>
                  </a:lnTo>
                  <a:lnTo>
                    <a:pt x="298760" y="47545"/>
                  </a:lnTo>
                  <a:lnTo>
                    <a:pt x="250905" y="27853"/>
                  </a:lnTo>
                  <a:lnTo>
                    <a:pt x="200466" y="10667"/>
                  </a:lnTo>
                  <a:lnTo>
                    <a:pt x="148628" y="684"/>
                  </a:lnTo>
                  <a:lnTo>
                    <a:pt x="126919" y="0"/>
                  </a:lnTo>
                  <a:close/>
                </a:path>
              </a:pathLst>
            </a:custGeom>
            <a:solidFill>
              <a:srgbClr val="133A36"/>
            </a:solidFill>
          </p:spPr>
          <p:txBody>
            <a:bodyPr wrap="square" lIns="0" tIns="0" rIns="0" bIns="0" rtlCol="0"/>
            <a:lstStyle/>
            <a:p>
              <a:endParaRPr/>
            </a:p>
          </p:txBody>
        </p:sp>
        <p:sp>
          <p:nvSpPr>
            <p:cNvPr id="8" name="object 8"/>
            <p:cNvSpPr/>
            <p:nvPr/>
          </p:nvSpPr>
          <p:spPr>
            <a:xfrm>
              <a:off x="359270" y="334771"/>
              <a:ext cx="632460" cy="614045"/>
            </a:xfrm>
            <a:custGeom>
              <a:avLst/>
              <a:gdLst/>
              <a:ahLst/>
              <a:cxnLst/>
              <a:rect l="l" t="t" r="r" b="b"/>
              <a:pathLst>
                <a:path w="632460" h="614044">
                  <a:moveTo>
                    <a:pt x="164719" y="305803"/>
                  </a:moveTo>
                  <a:lnTo>
                    <a:pt x="132080" y="243370"/>
                  </a:lnTo>
                  <a:lnTo>
                    <a:pt x="105918" y="211112"/>
                  </a:lnTo>
                  <a:lnTo>
                    <a:pt x="76974" y="181483"/>
                  </a:lnTo>
                  <a:lnTo>
                    <a:pt x="45123" y="154813"/>
                  </a:lnTo>
                  <a:lnTo>
                    <a:pt x="14732" y="140970"/>
                  </a:lnTo>
                  <a:lnTo>
                    <a:pt x="5448" y="139827"/>
                  </a:lnTo>
                  <a:lnTo>
                    <a:pt x="0" y="146431"/>
                  </a:lnTo>
                  <a:lnTo>
                    <a:pt x="1054" y="156845"/>
                  </a:lnTo>
                  <a:lnTo>
                    <a:pt x="1511" y="164084"/>
                  </a:lnTo>
                  <a:lnTo>
                    <a:pt x="24587" y="214401"/>
                  </a:lnTo>
                  <a:lnTo>
                    <a:pt x="48171" y="248272"/>
                  </a:lnTo>
                  <a:lnTo>
                    <a:pt x="76682" y="277926"/>
                  </a:lnTo>
                  <a:lnTo>
                    <a:pt x="110820" y="302641"/>
                  </a:lnTo>
                  <a:lnTo>
                    <a:pt x="141287" y="316103"/>
                  </a:lnTo>
                  <a:lnTo>
                    <a:pt x="153809" y="315785"/>
                  </a:lnTo>
                  <a:lnTo>
                    <a:pt x="161480" y="312280"/>
                  </a:lnTo>
                  <a:lnTo>
                    <a:pt x="164719" y="305803"/>
                  </a:lnTo>
                  <a:close/>
                </a:path>
                <a:path w="632460" h="614044">
                  <a:moveTo>
                    <a:pt x="267004" y="144399"/>
                  </a:moveTo>
                  <a:lnTo>
                    <a:pt x="256463" y="97828"/>
                  </a:lnTo>
                  <a:lnTo>
                    <a:pt x="226733" y="59931"/>
                  </a:lnTo>
                  <a:lnTo>
                    <a:pt x="181648" y="22136"/>
                  </a:lnTo>
                  <a:lnTo>
                    <a:pt x="146367" y="1778"/>
                  </a:lnTo>
                  <a:lnTo>
                    <a:pt x="137706" y="0"/>
                  </a:lnTo>
                  <a:lnTo>
                    <a:pt x="130314" y="431"/>
                  </a:lnTo>
                  <a:lnTo>
                    <a:pt x="124942" y="3467"/>
                  </a:lnTo>
                  <a:lnTo>
                    <a:pt x="121945" y="8940"/>
                  </a:lnTo>
                  <a:lnTo>
                    <a:pt x="121691" y="16637"/>
                  </a:lnTo>
                  <a:lnTo>
                    <a:pt x="122593" y="24561"/>
                  </a:lnTo>
                  <a:lnTo>
                    <a:pt x="145453" y="76873"/>
                  </a:lnTo>
                  <a:lnTo>
                    <a:pt x="187845" y="129019"/>
                  </a:lnTo>
                  <a:lnTo>
                    <a:pt x="219468" y="155117"/>
                  </a:lnTo>
                  <a:lnTo>
                    <a:pt x="245033" y="165354"/>
                  </a:lnTo>
                  <a:lnTo>
                    <a:pt x="253504" y="164833"/>
                  </a:lnTo>
                  <a:lnTo>
                    <a:pt x="260045" y="161074"/>
                  </a:lnTo>
                  <a:lnTo>
                    <a:pt x="264579" y="154216"/>
                  </a:lnTo>
                  <a:lnTo>
                    <a:pt x="267004" y="144399"/>
                  </a:lnTo>
                  <a:close/>
                </a:path>
                <a:path w="632460" h="614044">
                  <a:moveTo>
                    <a:pt x="478320" y="594995"/>
                  </a:moveTo>
                  <a:lnTo>
                    <a:pt x="464718" y="553720"/>
                  </a:lnTo>
                  <a:lnTo>
                    <a:pt x="441579" y="522109"/>
                  </a:lnTo>
                  <a:lnTo>
                    <a:pt x="415518" y="493356"/>
                  </a:lnTo>
                  <a:lnTo>
                    <a:pt x="386676" y="467487"/>
                  </a:lnTo>
                  <a:lnTo>
                    <a:pt x="355168" y="444500"/>
                  </a:lnTo>
                  <a:lnTo>
                    <a:pt x="320167" y="431038"/>
                  </a:lnTo>
                  <a:lnTo>
                    <a:pt x="312064" y="431685"/>
                  </a:lnTo>
                  <a:lnTo>
                    <a:pt x="305981" y="435444"/>
                  </a:lnTo>
                  <a:lnTo>
                    <a:pt x="302310" y="441883"/>
                  </a:lnTo>
                  <a:lnTo>
                    <a:pt x="301459" y="450596"/>
                  </a:lnTo>
                  <a:lnTo>
                    <a:pt x="302653" y="459181"/>
                  </a:lnTo>
                  <a:lnTo>
                    <a:pt x="320878" y="507517"/>
                  </a:lnTo>
                  <a:lnTo>
                    <a:pt x="348665" y="550341"/>
                  </a:lnTo>
                  <a:lnTo>
                    <a:pt x="381647" y="585724"/>
                  </a:lnTo>
                  <a:lnTo>
                    <a:pt x="419354" y="607491"/>
                  </a:lnTo>
                  <a:lnTo>
                    <a:pt x="447763" y="613918"/>
                  </a:lnTo>
                  <a:lnTo>
                    <a:pt x="451091" y="613664"/>
                  </a:lnTo>
                  <a:lnTo>
                    <a:pt x="464743" y="611682"/>
                  </a:lnTo>
                  <a:lnTo>
                    <a:pt x="474002" y="605282"/>
                  </a:lnTo>
                  <a:lnTo>
                    <a:pt x="478320" y="594995"/>
                  </a:lnTo>
                  <a:close/>
                </a:path>
                <a:path w="632460" h="614044">
                  <a:moveTo>
                    <a:pt x="631888" y="448665"/>
                  </a:moveTo>
                  <a:lnTo>
                    <a:pt x="611212" y="404837"/>
                  </a:lnTo>
                  <a:lnTo>
                    <a:pt x="578815" y="366649"/>
                  </a:lnTo>
                  <a:lnTo>
                    <a:pt x="523786" y="320040"/>
                  </a:lnTo>
                  <a:lnTo>
                    <a:pt x="486371" y="296265"/>
                  </a:lnTo>
                  <a:lnTo>
                    <a:pt x="466420" y="288417"/>
                  </a:lnTo>
                  <a:lnTo>
                    <a:pt x="454837" y="288455"/>
                  </a:lnTo>
                  <a:lnTo>
                    <a:pt x="447548" y="291680"/>
                  </a:lnTo>
                  <a:lnTo>
                    <a:pt x="444461" y="297865"/>
                  </a:lnTo>
                  <a:lnTo>
                    <a:pt x="445490" y="306832"/>
                  </a:lnTo>
                  <a:lnTo>
                    <a:pt x="481330" y="372440"/>
                  </a:lnTo>
                  <a:lnTo>
                    <a:pt x="532218" y="427583"/>
                  </a:lnTo>
                  <a:lnTo>
                    <a:pt x="570496" y="457619"/>
                  </a:lnTo>
                  <a:lnTo>
                    <a:pt x="605485" y="472821"/>
                  </a:lnTo>
                  <a:lnTo>
                    <a:pt x="613244" y="473710"/>
                  </a:lnTo>
                  <a:lnTo>
                    <a:pt x="622541" y="472694"/>
                  </a:lnTo>
                  <a:lnTo>
                    <a:pt x="626732" y="468376"/>
                  </a:lnTo>
                  <a:lnTo>
                    <a:pt x="629894" y="463397"/>
                  </a:lnTo>
                  <a:lnTo>
                    <a:pt x="631647" y="456311"/>
                  </a:lnTo>
                  <a:lnTo>
                    <a:pt x="631888" y="448665"/>
                  </a:lnTo>
                  <a:close/>
                </a:path>
              </a:pathLst>
            </a:custGeom>
            <a:solidFill>
              <a:srgbClr val="B5C396"/>
            </a:solidFill>
          </p:spPr>
          <p:txBody>
            <a:bodyPr wrap="square" lIns="0" tIns="0" rIns="0" bIns="0" rtlCol="0"/>
            <a:lstStyle/>
            <a:p>
              <a:endParaRPr/>
            </a:p>
          </p:txBody>
        </p:sp>
        <p:pic>
          <p:nvPicPr>
            <p:cNvPr id="9" name="object 9"/>
            <p:cNvPicPr/>
            <p:nvPr/>
          </p:nvPicPr>
          <p:blipFill>
            <a:blip r:embed="rId2" cstate="print"/>
            <a:stretch>
              <a:fillRect/>
            </a:stretch>
          </p:blipFill>
          <p:spPr>
            <a:xfrm>
              <a:off x="710691" y="376174"/>
              <a:ext cx="152304" cy="170947"/>
            </a:xfrm>
            <a:prstGeom prst="rect">
              <a:avLst/>
            </a:prstGeom>
          </p:spPr>
        </p:pic>
        <p:sp>
          <p:nvSpPr>
            <p:cNvPr id="10" name="object 10"/>
            <p:cNvSpPr/>
            <p:nvPr/>
          </p:nvSpPr>
          <p:spPr>
            <a:xfrm>
              <a:off x="433641" y="485266"/>
              <a:ext cx="655955" cy="384810"/>
            </a:xfrm>
            <a:custGeom>
              <a:avLst/>
              <a:gdLst/>
              <a:ahLst/>
              <a:cxnLst/>
              <a:rect l="l" t="t" r="r" b="b"/>
              <a:pathLst>
                <a:path w="655955" h="384809">
                  <a:moveTo>
                    <a:pt x="122504" y="371221"/>
                  </a:moveTo>
                  <a:lnTo>
                    <a:pt x="97790" y="336384"/>
                  </a:lnTo>
                  <a:lnTo>
                    <a:pt x="52628" y="308432"/>
                  </a:lnTo>
                  <a:lnTo>
                    <a:pt x="24930" y="299466"/>
                  </a:lnTo>
                  <a:lnTo>
                    <a:pt x="20129" y="301498"/>
                  </a:lnTo>
                  <a:lnTo>
                    <a:pt x="9486" y="302895"/>
                  </a:lnTo>
                  <a:lnTo>
                    <a:pt x="0" y="310896"/>
                  </a:lnTo>
                  <a:lnTo>
                    <a:pt x="1727" y="324231"/>
                  </a:lnTo>
                  <a:lnTo>
                    <a:pt x="24257" y="349110"/>
                  </a:lnTo>
                  <a:lnTo>
                    <a:pt x="45364" y="365404"/>
                  </a:lnTo>
                  <a:lnTo>
                    <a:pt x="69189" y="376961"/>
                  </a:lnTo>
                  <a:lnTo>
                    <a:pt x="95859" y="383159"/>
                  </a:lnTo>
                  <a:lnTo>
                    <a:pt x="106540" y="384302"/>
                  </a:lnTo>
                  <a:lnTo>
                    <a:pt x="116192" y="380238"/>
                  </a:lnTo>
                  <a:lnTo>
                    <a:pt x="119380" y="375412"/>
                  </a:lnTo>
                  <a:lnTo>
                    <a:pt x="122504" y="371221"/>
                  </a:lnTo>
                  <a:close/>
                </a:path>
                <a:path w="655955" h="384809">
                  <a:moveTo>
                    <a:pt x="248259" y="175006"/>
                  </a:moveTo>
                  <a:lnTo>
                    <a:pt x="233743" y="137414"/>
                  </a:lnTo>
                  <a:lnTo>
                    <a:pt x="205625" y="109220"/>
                  </a:lnTo>
                  <a:lnTo>
                    <a:pt x="175285" y="83312"/>
                  </a:lnTo>
                  <a:lnTo>
                    <a:pt x="171615" y="80010"/>
                  </a:lnTo>
                  <a:lnTo>
                    <a:pt x="165544" y="77724"/>
                  </a:lnTo>
                  <a:lnTo>
                    <a:pt x="159994" y="77089"/>
                  </a:lnTo>
                  <a:lnTo>
                    <a:pt x="156616" y="76708"/>
                  </a:lnTo>
                  <a:lnTo>
                    <a:pt x="153416" y="76835"/>
                  </a:lnTo>
                  <a:lnTo>
                    <a:pt x="151066" y="77851"/>
                  </a:lnTo>
                  <a:lnTo>
                    <a:pt x="146151" y="82905"/>
                  </a:lnTo>
                  <a:lnTo>
                    <a:pt x="145122" y="89471"/>
                  </a:lnTo>
                  <a:lnTo>
                    <a:pt x="146469" y="96710"/>
                  </a:lnTo>
                  <a:lnTo>
                    <a:pt x="171729" y="148958"/>
                  </a:lnTo>
                  <a:lnTo>
                    <a:pt x="207137" y="185293"/>
                  </a:lnTo>
                  <a:lnTo>
                    <a:pt x="220726" y="192151"/>
                  </a:lnTo>
                  <a:lnTo>
                    <a:pt x="224447" y="193929"/>
                  </a:lnTo>
                  <a:lnTo>
                    <a:pt x="235292" y="193675"/>
                  </a:lnTo>
                  <a:lnTo>
                    <a:pt x="243281" y="190233"/>
                  </a:lnTo>
                  <a:lnTo>
                    <a:pt x="247789" y="183921"/>
                  </a:lnTo>
                  <a:lnTo>
                    <a:pt x="248259" y="175006"/>
                  </a:lnTo>
                  <a:close/>
                </a:path>
                <a:path w="655955" h="384809">
                  <a:moveTo>
                    <a:pt x="655535" y="120650"/>
                  </a:moveTo>
                  <a:lnTo>
                    <a:pt x="652805" y="110490"/>
                  </a:lnTo>
                  <a:lnTo>
                    <a:pt x="651687" y="103124"/>
                  </a:lnTo>
                  <a:lnTo>
                    <a:pt x="650849" y="99060"/>
                  </a:lnTo>
                  <a:lnTo>
                    <a:pt x="647433" y="94742"/>
                  </a:lnTo>
                  <a:lnTo>
                    <a:pt x="645236" y="91186"/>
                  </a:lnTo>
                  <a:lnTo>
                    <a:pt x="624674" y="66598"/>
                  </a:lnTo>
                  <a:lnTo>
                    <a:pt x="577037" y="24955"/>
                  </a:lnTo>
                  <a:lnTo>
                    <a:pt x="537387" y="1270"/>
                  </a:lnTo>
                  <a:lnTo>
                    <a:pt x="526453" y="0"/>
                  </a:lnTo>
                  <a:lnTo>
                    <a:pt x="521995" y="889"/>
                  </a:lnTo>
                  <a:lnTo>
                    <a:pt x="517969" y="4826"/>
                  </a:lnTo>
                  <a:lnTo>
                    <a:pt x="513588" y="12382"/>
                  </a:lnTo>
                  <a:lnTo>
                    <a:pt x="513664" y="20548"/>
                  </a:lnTo>
                  <a:lnTo>
                    <a:pt x="534720" y="60515"/>
                  </a:lnTo>
                  <a:lnTo>
                    <a:pt x="572071" y="101714"/>
                  </a:lnTo>
                  <a:lnTo>
                    <a:pt x="611555" y="127000"/>
                  </a:lnTo>
                  <a:lnTo>
                    <a:pt x="630313" y="134620"/>
                  </a:lnTo>
                  <a:lnTo>
                    <a:pt x="637768" y="132207"/>
                  </a:lnTo>
                  <a:lnTo>
                    <a:pt x="648398" y="130937"/>
                  </a:lnTo>
                  <a:lnTo>
                    <a:pt x="651675" y="125349"/>
                  </a:lnTo>
                  <a:lnTo>
                    <a:pt x="655535" y="120650"/>
                  </a:lnTo>
                  <a:close/>
                </a:path>
              </a:pathLst>
            </a:custGeom>
            <a:solidFill>
              <a:srgbClr val="B5C396"/>
            </a:solidFill>
          </p:spPr>
          <p:txBody>
            <a:bodyPr wrap="square" lIns="0" tIns="0" rIns="0" bIns="0" rtlCol="0"/>
            <a:lstStyle/>
            <a:p>
              <a:endParaRPr/>
            </a:p>
          </p:txBody>
        </p:sp>
      </p:grpSp>
      <p:grpSp>
        <p:nvGrpSpPr>
          <p:cNvPr id="22" name="object 22"/>
          <p:cNvGrpSpPr/>
          <p:nvPr/>
        </p:nvGrpSpPr>
        <p:grpSpPr>
          <a:xfrm>
            <a:off x="3086101" y="12701"/>
            <a:ext cx="2428875" cy="1054100"/>
            <a:chOff x="3086100" y="9525"/>
            <a:chExt cx="2428875" cy="790575"/>
          </a:xfrm>
        </p:grpSpPr>
        <p:sp>
          <p:nvSpPr>
            <p:cNvPr id="23" name="object 23"/>
            <p:cNvSpPr/>
            <p:nvPr/>
          </p:nvSpPr>
          <p:spPr>
            <a:xfrm>
              <a:off x="3124200" y="47625"/>
              <a:ext cx="2352675" cy="714375"/>
            </a:xfrm>
            <a:custGeom>
              <a:avLst/>
              <a:gdLst/>
              <a:ahLst/>
              <a:cxnLst/>
              <a:rect l="l" t="t" r="r" b="b"/>
              <a:pathLst>
                <a:path w="2352675" h="714375">
                  <a:moveTo>
                    <a:pt x="2352675" y="0"/>
                  </a:moveTo>
                  <a:lnTo>
                    <a:pt x="0" y="0"/>
                  </a:lnTo>
                  <a:lnTo>
                    <a:pt x="0" y="714375"/>
                  </a:lnTo>
                  <a:lnTo>
                    <a:pt x="2352675" y="714375"/>
                  </a:lnTo>
                  <a:lnTo>
                    <a:pt x="2352675" y="0"/>
                  </a:lnTo>
                  <a:close/>
                </a:path>
              </a:pathLst>
            </a:custGeom>
            <a:solidFill>
              <a:srgbClr val="B5C396"/>
            </a:solidFill>
          </p:spPr>
          <p:txBody>
            <a:bodyPr wrap="square" lIns="0" tIns="0" rIns="0" bIns="0" rtlCol="0"/>
            <a:lstStyle/>
            <a:p>
              <a:endParaRPr/>
            </a:p>
          </p:txBody>
        </p:sp>
        <p:sp>
          <p:nvSpPr>
            <p:cNvPr id="24" name="object 24"/>
            <p:cNvSpPr/>
            <p:nvPr/>
          </p:nvSpPr>
          <p:spPr>
            <a:xfrm>
              <a:off x="3124200" y="47625"/>
              <a:ext cx="2352675" cy="714375"/>
            </a:xfrm>
            <a:custGeom>
              <a:avLst/>
              <a:gdLst/>
              <a:ahLst/>
              <a:cxnLst/>
              <a:rect l="l" t="t" r="r" b="b"/>
              <a:pathLst>
                <a:path w="2352675" h="714375">
                  <a:moveTo>
                    <a:pt x="0" y="714375"/>
                  </a:moveTo>
                  <a:lnTo>
                    <a:pt x="2352675" y="714375"/>
                  </a:lnTo>
                  <a:lnTo>
                    <a:pt x="2352675" y="0"/>
                  </a:lnTo>
                  <a:lnTo>
                    <a:pt x="0" y="0"/>
                  </a:lnTo>
                  <a:lnTo>
                    <a:pt x="0" y="714375"/>
                  </a:lnTo>
                  <a:close/>
                </a:path>
              </a:pathLst>
            </a:custGeom>
            <a:ln w="76200">
              <a:solidFill>
                <a:srgbClr val="B5C396"/>
              </a:solidFill>
            </a:ln>
          </p:spPr>
          <p:txBody>
            <a:bodyPr wrap="square" lIns="0" tIns="0" rIns="0" bIns="0" rtlCol="0"/>
            <a:lstStyle/>
            <a:p>
              <a:endParaRPr/>
            </a:p>
          </p:txBody>
        </p:sp>
      </p:grpSp>
      <p:sp>
        <p:nvSpPr>
          <p:cNvPr id="25" name="object 25"/>
          <p:cNvSpPr txBox="1">
            <a:spLocks noGrp="1"/>
          </p:cNvSpPr>
          <p:nvPr>
            <p:ph type="title"/>
          </p:nvPr>
        </p:nvSpPr>
        <p:spPr>
          <a:xfrm>
            <a:off x="3492501" y="177531"/>
            <a:ext cx="1618615" cy="624530"/>
          </a:xfrm>
          <a:prstGeom prst="rect">
            <a:avLst/>
          </a:prstGeom>
        </p:spPr>
        <p:txBody>
          <a:bodyPr vert="horz" wrap="square" lIns="0" tIns="16510" rIns="0" bIns="0" rtlCol="0">
            <a:spAutoFit/>
          </a:bodyPr>
          <a:lstStyle/>
          <a:p>
            <a:pPr marL="12700">
              <a:lnSpc>
                <a:spcPct val="100000"/>
              </a:lnSpc>
              <a:spcBef>
                <a:spcPts val="130"/>
              </a:spcBef>
            </a:pPr>
            <a:r>
              <a:rPr sz="3950" spc="434" dirty="0"/>
              <a:t>T</a:t>
            </a:r>
            <a:r>
              <a:rPr sz="3950" spc="215" dirty="0"/>
              <a:t>E</a:t>
            </a:r>
            <a:r>
              <a:rPr sz="3950" spc="440" dirty="0"/>
              <a:t>A</a:t>
            </a:r>
            <a:r>
              <a:rPr sz="3950" spc="465" dirty="0"/>
              <a:t>M</a:t>
            </a:r>
            <a:endParaRPr sz="3950"/>
          </a:p>
        </p:txBody>
      </p:sp>
      <p:pic>
        <p:nvPicPr>
          <p:cNvPr id="26" name="object 26"/>
          <p:cNvPicPr/>
          <p:nvPr/>
        </p:nvPicPr>
        <p:blipFill>
          <a:blip r:embed="rId3" cstate="print"/>
          <a:stretch>
            <a:fillRect/>
          </a:stretch>
        </p:blipFill>
        <p:spPr>
          <a:xfrm>
            <a:off x="1066801" y="609600"/>
            <a:ext cx="1495425" cy="198120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7" name="object 27"/>
          <p:cNvPicPr/>
          <p:nvPr/>
        </p:nvPicPr>
        <p:blipFill>
          <a:blip r:embed="rId4" cstate="print"/>
          <a:stretch>
            <a:fillRect/>
          </a:stretch>
        </p:blipFill>
        <p:spPr>
          <a:xfrm>
            <a:off x="6534150" y="546100"/>
            <a:ext cx="1638300" cy="210820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9" name="object 29"/>
          <p:cNvSpPr txBox="1"/>
          <p:nvPr/>
        </p:nvSpPr>
        <p:spPr>
          <a:xfrm>
            <a:off x="1145539" y="2626275"/>
            <a:ext cx="1868170" cy="459741"/>
          </a:xfrm>
          <a:prstGeom prst="rect">
            <a:avLst/>
          </a:prstGeom>
        </p:spPr>
        <p:txBody>
          <a:bodyPr vert="horz" wrap="square" lIns="0" tIns="15875" rIns="0" bIns="0" rtlCol="0">
            <a:spAutoFit/>
          </a:bodyPr>
          <a:lstStyle/>
          <a:p>
            <a:pPr marL="12700">
              <a:lnSpc>
                <a:spcPct val="100000"/>
              </a:lnSpc>
              <a:spcBef>
                <a:spcPts val="125"/>
              </a:spcBef>
            </a:pPr>
            <a:r>
              <a:rPr sz="1400" b="1" spc="20" dirty="0">
                <a:latin typeface="Arial"/>
                <a:cs typeface="Arial"/>
              </a:rPr>
              <a:t>Sanghita</a:t>
            </a:r>
            <a:r>
              <a:rPr sz="1400" b="1" spc="-90" dirty="0">
                <a:latin typeface="Arial"/>
                <a:cs typeface="Arial"/>
              </a:rPr>
              <a:t> </a:t>
            </a:r>
            <a:r>
              <a:rPr sz="1400" b="1" spc="10" dirty="0">
                <a:latin typeface="Arial"/>
                <a:cs typeface="Arial"/>
              </a:rPr>
              <a:t>Mitra</a:t>
            </a:r>
            <a:endParaRPr sz="1400" dirty="0">
              <a:latin typeface="Arial"/>
              <a:cs typeface="Arial"/>
            </a:endParaRPr>
          </a:p>
          <a:p>
            <a:pPr marL="12700">
              <a:lnSpc>
                <a:spcPct val="100000"/>
              </a:lnSpc>
              <a:spcBef>
                <a:spcPts val="50"/>
              </a:spcBef>
            </a:pPr>
            <a:r>
              <a:rPr sz="1400" b="1" spc="30" dirty="0">
                <a:latin typeface="Arial"/>
                <a:cs typeface="Arial"/>
              </a:rPr>
              <a:t>B</a:t>
            </a:r>
            <a:r>
              <a:rPr sz="1400" b="1" spc="114" dirty="0">
                <a:latin typeface="Arial"/>
                <a:cs typeface="Arial"/>
              </a:rPr>
              <a:t>T</a:t>
            </a:r>
            <a:r>
              <a:rPr sz="1400" b="1" spc="45" dirty="0">
                <a:latin typeface="Arial"/>
                <a:cs typeface="Arial"/>
              </a:rPr>
              <a:t>e</a:t>
            </a:r>
            <a:r>
              <a:rPr sz="1400" b="1" spc="-30" dirty="0">
                <a:latin typeface="Arial"/>
                <a:cs typeface="Arial"/>
              </a:rPr>
              <a:t>c</a:t>
            </a:r>
            <a:r>
              <a:rPr sz="1400" b="1" spc="15" dirty="0">
                <a:latin typeface="Arial"/>
                <a:cs typeface="Arial"/>
              </a:rPr>
              <a:t>h</a:t>
            </a:r>
            <a:r>
              <a:rPr sz="1400" b="1" spc="-140" dirty="0">
                <a:latin typeface="Arial"/>
                <a:cs typeface="Arial"/>
              </a:rPr>
              <a:t> </a:t>
            </a:r>
            <a:r>
              <a:rPr sz="1400" b="1" spc="30" dirty="0">
                <a:latin typeface="Arial"/>
                <a:cs typeface="Arial"/>
              </a:rPr>
              <a:t>B</a:t>
            </a:r>
            <a:r>
              <a:rPr sz="1400" b="1" spc="-20" dirty="0">
                <a:latin typeface="Arial"/>
                <a:cs typeface="Arial"/>
              </a:rPr>
              <a:t>i</a:t>
            </a:r>
            <a:r>
              <a:rPr sz="1400" b="1" spc="40" dirty="0">
                <a:latin typeface="Arial"/>
                <a:cs typeface="Arial"/>
              </a:rPr>
              <a:t>o</a:t>
            </a:r>
            <a:r>
              <a:rPr sz="1400" b="1" spc="-25" dirty="0">
                <a:latin typeface="Arial"/>
                <a:cs typeface="Arial"/>
              </a:rPr>
              <a:t>t</a:t>
            </a:r>
            <a:r>
              <a:rPr sz="1400" b="1" spc="45" dirty="0">
                <a:latin typeface="Arial"/>
                <a:cs typeface="Arial"/>
              </a:rPr>
              <a:t>ec</a:t>
            </a:r>
            <a:r>
              <a:rPr sz="1400" b="1" spc="-35" dirty="0">
                <a:latin typeface="Arial"/>
                <a:cs typeface="Arial"/>
              </a:rPr>
              <a:t>hn</a:t>
            </a:r>
            <a:r>
              <a:rPr sz="1400" b="1" spc="40" dirty="0">
                <a:latin typeface="Arial"/>
                <a:cs typeface="Arial"/>
              </a:rPr>
              <a:t>o</a:t>
            </a:r>
            <a:r>
              <a:rPr sz="1400" b="1" spc="-20" dirty="0">
                <a:latin typeface="Arial"/>
                <a:cs typeface="Arial"/>
              </a:rPr>
              <a:t>l</a:t>
            </a:r>
            <a:r>
              <a:rPr sz="1400" b="1" spc="-35" dirty="0">
                <a:latin typeface="Arial"/>
                <a:cs typeface="Arial"/>
              </a:rPr>
              <a:t>og</a:t>
            </a:r>
            <a:r>
              <a:rPr sz="1400" b="1" spc="15" dirty="0">
                <a:latin typeface="Arial"/>
                <a:cs typeface="Arial"/>
              </a:rPr>
              <a:t>y</a:t>
            </a:r>
            <a:endParaRPr sz="1400" dirty="0">
              <a:latin typeface="Arial"/>
              <a:cs typeface="Arial"/>
            </a:endParaRPr>
          </a:p>
        </p:txBody>
      </p:sp>
      <p:sp>
        <p:nvSpPr>
          <p:cNvPr id="30" name="object 30"/>
          <p:cNvSpPr txBox="1"/>
          <p:nvPr/>
        </p:nvSpPr>
        <p:spPr>
          <a:xfrm>
            <a:off x="6804248" y="2852936"/>
            <a:ext cx="1099185" cy="454099"/>
          </a:xfrm>
          <a:prstGeom prst="rect">
            <a:avLst/>
          </a:prstGeom>
        </p:spPr>
        <p:txBody>
          <a:bodyPr vert="horz" wrap="square" lIns="0" tIns="10160" rIns="0" bIns="0" rtlCol="0">
            <a:spAutoFit/>
          </a:bodyPr>
          <a:lstStyle/>
          <a:p>
            <a:pPr marL="12700" marR="5080">
              <a:lnSpc>
                <a:spcPct val="102800"/>
              </a:lnSpc>
              <a:spcBef>
                <a:spcPts val="80"/>
              </a:spcBef>
            </a:pPr>
            <a:r>
              <a:rPr sz="1400" b="1" spc="-45" dirty="0">
                <a:latin typeface="Arial"/>
                <a:cs typeface="Arial"/>
              </a:rPr>
              <a:t>A</a:t>
            </a:r>
            <a:r>
              <a:rPr sz="1400" b="1" spc="40" dirty="0">
                <a:latin typeface="Arial"/>
                <a:cs typeface="Arial"/>
              </a:rPr>
              <a:t>n</a:t>
            </a:r>
            <a:r>
              <a:rPr sz="1400" b="1" spc="45" dirty="0">
                <a:latin typeface="Arial"/>
                <a:cs typeface="Arial"/>
              </a:rPr>
              <a:t>k</a:t>
            </a:r>
            <a:r>
              <a:rPr sz="1400" b="1" spc="-20" dirty="0">
                <a:latin typeface="Arial"/>
                <a:cs typeface="Arial"/>
              </a:rPr>
              <a:t>i</a:t>
            </a:r>
            <a:r>
              <a:rPr sz="1400" b="1" spc="-25" dirty="0">
                <a:latin typeface="Arial"/>
                <a:cs typeface="Arial"/>
              </a:rPr>
              <a:t>t</a:t>
            </a:r>
            <a:r>
              <a:rPr sz="1400" b="1" spc="15" dirty="0">
                <a:latin typeface="Arial"/>
                <a:cs typeface="Arial"/>
              </a:rPr>
              <a:t>a</a:t>
            </a:r>
            <a:r>
              <a:rPr sz="1400" b="1" spc="-60" dirty="0">
                <a:latin typeface="Arial"/>
                <a:cs typeface="Arial"/>
              </a:rPr>
              <a:t> </a:t>
            </a:r>
            <a:r>
              <a:rPr sz="1400" b="1" spc="35" dirty="0">
                <a:latin typeface="Arial"/>
                <a:cs typeface="Arial"/>
              </a:rPr>
              <a:t>S</a:t>
            </a:r>
            <a:r>
              <a:rPr sz="1400" b="1" spc="40" dirty="0">
                <a:latin typeface="Arial"/>
                <a:cs typeface="Arial"/>
              </a:rPr>
              <a:t>h</a:t>
            </a:r>
            <a:r>
              <a:rPr sz="1400" b="1" spc="45" dirty="0">
                <a:latin typeface="Arial"/>
                <a:cs typeface="Arial"/>
              </a:rPr>
              <a:t>a</a:t>
            </a:r>
            <a:r>
              <a:rPr sz="1400" b="1" spc="10" dirty="0">
                <a:latin typeface="Arial"/>
                <a:cs typeface="Arial"/>
              </a:rPr>
              <a:t>w  </a:t>
            </a:r>
            <a:r>
              <a:rPr sz="1400" b="1" spc="30" dirty="0">
                <a:latin typeface="Arial"/>
                <a:cs typeface="Arial"/>
              </a:rPr>
              <a:t>BCA</a:t>
            </a:r>
            <a:endParaRPr sz="1400">
              <a:latin typeface="Arial"/>
              <a:cs typeface="Arial"/>
            </a:endParaRPr>
          </a:p>
        </p:txBody>
      </p:sp>
      <p:pic>
        <p:nvPicPr>
          <p:cNvPr id="32" name="object 32"/>
          <p:cNvPicPr/>
          <p:nvPr/>
        </p:nvPicPr>
        <p:blipFill>
          <a:blip r:embed="rId5" cstate="print"/>
          <a:stretch>
            <a:fillRect/>
          </a:stretch>
        </p:blipFill>
        <p:spPr>
          <a:xfrm>
            <a:off x="827584" y="3356992"/>
            <a:ext cx="1752600" cy="2159000"/>
          </a:xfrm>
          <a:prstGeom prst="rect">
            <a:avLst/>
          </a:prstGeom>
          <a:ln w="88900" cap="sq" cmpd="thickThin">
            <a:solidFill>
              <a:srgbClr val="000000"/>
            </a:solidFill>
            <a:prstDash val="solid"/>
            <a:miter lim="800000"/>
          </a:ln>
          <a:effectLst>
            <a:innerShdw blurRad="76200">
              <a:srgbClr val="000000"/>
            </a:innerShdw>
          </a:effectLst>
        </p:spPr>
      </p:pic>
      <p:sp>
        <p:nvSpPr>
          <p:cNvPr id="35" name="TextBox 34"/>
          <p:cNvSpPr txBox="1"/>
          <p:nvPr/>
        </p:nvSpPr>
        <p:spPr>
          <a:xfrm>
            <a:off x="827584" y="5661248"/>
            <a:ext cx="1800200" cy="646331"/>
          </a:xfrm>
          <a:prstGeom prst="rect">
            <a:avLst/>
          </a:prstGeom>
          <a:noFill/>
        </p:spPr>
        <p:txBody>
          <a:bodyPr wrap="square" rtlCol="0">
            <a:spAutoFit/>
          </a:bodyPr>
          <a:lstStyle/>
          <a:p>
            <a:pPr algn="ctr"/>
            <a:r>
              <a:rPr lang="en-US" b="1" dirty="0" err="1"/>
              <a:t>Joydip</a:t>
            </a:r>
            <a:r>
              <a:rPr lang="en-US" b="1" dirty="0"/>
              <a:t> Das</a:t>
            </a:r>
          </a:p>
          <a:p>
            <a:pPr algn="ctr"/>
            <a:r>
              <a:rPr lang="en-US" b="1" dirty="0"/>
              <a:t>BTech Civil</a:t>
            </a:r>
          </a:p>
        </p:txBody>
      </p:sp>
      <p:sp>
        <p:nvSpPr>
          <p:cNvPr id="38" name="TextBox 37"/>
          <p:cNvSpPr txBox="1"/>
          <p:nvPr/>
        </p:nvSpPr>
        <p:spPr>
          <a:xfrm>
            <a:off x="6588224" y="5733256"/>
            <a:ext cx="1363450" cy="646331"/>
          </a:xfrm>
          <a:prstGeom prst="rect">
            <a:avLst/>
          </a:prstGeom>
          <a:noFill/>
        </p:spPr>
        <p:txBody>
          <a:bodyPr wrap="none" rtlCol="0">
            <a:spAutoFit/>
          </a:bodyPr>
          <a:lstStyle/>
          <a:p>
            <a:r>
              <a:rPr lang="en-US" b="1" dirty="0"/>
              <a:t>Srinjoy Paul </a:t>
            </a:r>
          </a:p>
          <a:p>
            <a:r>
              <a:rPr lang="en-US" b="1" dirty="0"/>
              <a:t> BCA</a:t>
            </a:r>
          </a:p>
        </p:txBody>
      </p:sp>
      <p:pic>
        <p:nvPicPr>
          <p:cNvPr id="21" name="Picture 20" descr="WhatsApp Image 2024-01-22 at 23.07.59_2d583d33.jpg"/>
          <p:cNvPicPr>
            <a:picLocks noChangeAspect="1"/>
          </p:cNvPicPr>
          <p:nvPr/>
        </p:nvPicPr>
        <p:blipFill>
          <a:blip r:embed="rId6" cstate="print"/>
          <a:stretch>
            <a:fillRect/>
          </a:stretch>
        </p:blipFill>
        <p:spPr>
          <a:xfrm>
            <a:off x="6588224" y="3479156"/>
            <a:ext cx="1656184" cy="2158774"/>
          </a:xfrm>
          <a:prstGeom prst="rect">
            <a:avLst/>
          </a:prstGeom>
          <a:ln w="88900" cap="sq" cmpd="thickThin">
            <a:solidFill>
              <a:srgbClr val="000000"/>
            </a:solidFill>
            <a:prstDash val="solid"/>
            <a:miter lim="800000"/>
          </a:ln>
          <a:effectLst>
            <a:innerShdw blurRad="76200">
              <a:srgbClr val="000000"/>
            </a:innerShdw>
          </a:effectLst>
        </p:spPr>
      </p:pic>
      <p:pic>
        <p:nvPicPr>
          <p:cNvPr id="3" name="Picture 2">
            <a:extLst>
              <a:ext uri="{FF2B5EF4-FFF2-40B4-BE49-F238E27FC236}">
                <a16:creationId xmlns="" xmlns:a16="http://schemas.microsoft.com/office/drawing/2014/main" id="{2A9B6836-34BF-B497-83FF-A046EFD4D71E}"/>
              </a:ext>
            </a:extLst>
          </p:cNvPr>
          <p:cNvPicPr>
            <a:picLocks noChangeAspect="1"/>
          </p:cNvPicPr>
          <p:nvPr/>
        </p:nvPicPr>
        <p:blipFill>
          <a:blip r:embed="rId7" cstate="print"/>
          <a:stretch>
            <a:fillRect/>
          </a:stretch>
        </p:blipFill>
        <p:spPr>
          <a:xfrm>
            <a:off x="3275856" y="1807323"/>
            <a:ext cx="2664296" cy="2845813"/>
          </a:xfrm>
          <a:prstGeom prst="rect">
            <a:avLst/>
          </a:prstGeom>
        </p:spPr>
      </p:pic>
    </p:spTree>
  </p:cSld>
  <p:clrMapOvr>
    <a:masterClrMapping/>
  </p:clrMapOvr>
  <p:transition>
    <p:wedg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g1bf5e8969c4_0_76"/>
          <p:cNvSpPr txBox="1">
            <a:spLocks noGrp="1"/>
          </p:cNvSpPr>
          <p:nvPr>
            <p:ph type="title"/>
          </p:nvPr>
        </p:nvSpPr>
        <p:spPr>
          <a:xfrm>
            <a:off x="311700" y="796567"/>
            <a:ext cx="8520600" cy="763600"/>
          </a:xfrm>
          <a:prstGeom prst="rect">
            <a:avLst/>
          </a:prstGeom>
          <a:gradFill>
            <a:gsLst>
              <a:gs pos="0">
                <a:srgbClr val="03D4A8"/>
              </a:gs>
              <a:gs pos="25000">
                <a:srgbClr val="21D6E0"/>
              </a:gs>
              <a:gs pos="75000">
                <a:srgbClr val="0087E6"/>
              </a:gs>
              <a:gs pos="100000">
                <a:srgbClr val="005CBF"/>
              </a:gs>
            </a:gsLst>
            <a:lin ang="5400000" scaled="0"/>
          </a:grad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dirty="0"/>
              <a:t>Know Our Team Members</a:t>
            </a:r>
            <a:endParaRPr dirty="0"/>
          </a:p>
        </p:txBody>
      </p:sp>
      <p:graphicFrame>
        <p:nvGraphicFramePr>
          <p:cNvPr id="135" name="Google Shape;135;g1bf5e8969c4_0_76"/>
          <p:cNvGraphicFramePr/>
          <p:nvPr>
            <p:extLst>
              <p:ext uri="{D42A27DB-BD31-4B8C-83A1-F6EECF244321}">
                <p14:modId xmlns="" xmlns:p14="http://schemas.microsoft.com/office/powerpoint/2010/main" val="3834268467"/>
              </p:ext>
            </p:extLst>
          </p:nvPr>
        </p:nvGraphicFramePr>
        <p:xfrm>
          <a:off x="467544" y="1844824"/>
          <a:ext cx="8280920" cy="4836824"/>
        </p:xfrm>
        <a:graphic>
          <a:graphicData uri="http://schemas.openxmlformats.org/drawingml/2006/table">
            <a:tbl>
              <a:tblPr firstRow="1" bandRow="1">
                <a:tableStyleId>{5DA37D80-6434-44D0-A028-1B22A696006F}</a:tableStyleId>
              </a:tblPr>
              <a:tblGrid>
                <a:gridCol w="2070230">
                  <a:extLst>
                    <a:ext uri="{9D8B030D-6E8A-4147-A177-3AD203B41FA5}">
                      <a16:colId xmlns="" xmlns:a16="http://schemas.microsoft.com/office/drawing/2014/main" val="20000"/>
                    </a:ext>
                  </a:extLst>
                </a:gridCol>
                <a:gridCol w="2070230">
                  <a:extLst>
                    <a:ext uri="{9D8B030D-6E8A-4147-A177-3AD203B41FA5}">
                      <a16:colId xmlns="" xmlns:a16="http://schemas.microsoft.com/office/drawing/2014/main" val="20001"/>
                    </a:ext>
                  </a:extLst>
                </a:gridCol>
                <a:gridCol w="208300">
                  <a:extLst>
                    <a:ext uri="{9D8B030D-6E8A-4147-A177-3AD203B41FA5}">
                      <a16:colId xmlns="" xmlns:a16="http://schemas.microsoft.com/office/drawing/2014/main" val="20002"/>
                    </a:ext>
                  </a:extLst>
                </a:gridCol>
                <a:gridCol w="3932160">
                  <a:extLst>
                    <a:ext uri="{9D8B030D-6E8A-4147-A177-3AD203B41FA5}">
                      <a16:colId xmlns="" xmlns:a16="http://schemas.microsoft.com/office/drawing/2014/main" val="20003"/>
                    </a:ext>
                  </a:extLst>
                </a:gridCol>
              </a:tblGrid>
              <a:tr h="931741">
                <a:tc>
                  <a:txBody>
                    <a:bodyPr/>
                    <a:lstStyle/>
                    <a:p>
                      <a:pPr marL="0" marR="0" lvl="0" indent="0" algn="l" rtl="0">
                        <a:lnSpc>
                          <a:spcPct val="100000"/>
                        </a:lnSpc>
                        <a:spcBef>
                          <a:spcPts val="0"/>
                        </a:spcBef>
                        <a:spcAft>
                          <a:spcPts val="0"/>
                        </a:spcAft>
                        <a:buNone/>
                      </a:pPr>
                      <a:r>
                        <a:rPr lang="en" sz="1900" u="none" strike="noStrike" cap="none" dirty="0"/>
                        <a:t>Team Member Name</a:t>
                      </a:r>
                      <a:endParaRPr sz="1900" b="1" u="none" strike="noStrike" cap="none" dirty="0"/>
                    </a:p>
                  </a:txBody>
                  <a:tcPr marL="91450" marR="91450" marT="60967" marB="60967"/>
                </a:tc>
                <a:tc>
                  <a:txBody>
                    <a:bodyPr/>
                    <a:lstStyle/>
                    <a:p>
                      <a:pPr marL="0" marR="0" lvl="0" indent="0" algn="l" rtl="0">
                        <a:lnSpc>
                          <a:spcPct val="100000"/>
                        </a:lnSpc>
                        <a:spcBef>
                          <a:spcPts val="0"/>
                        </a:spcBef>
                        <a:spcAft>
                          <a:spcPts val="0"/>
                        </a:spcAft>
                        <a:buNone/>
                      </a:pPr>
                      <a:r>
                        <a:rPr lang="en" sz="1900" u="none" strike="noStrike" cap="none" dirty="0"/>
                        <a:t>Strength</a:t>
                      </a:r>
                      <a:endParaRPr sz="1900" b="1" u="none" strike="noStrike" cap="none" dirty="0"/>
                    </a:p>
                  </a:txBody>
                  <a:tcPr marL="91450" marR="91450" marT="60967" marB="60967"/>
                </a:tc>
                <a:tc>
                  <a:txBody>
                    <a:bodyPr/>
                    <a:lstStyle/>
                    <a:p>
                      <a:pPr marL="0" marR="0" lvl="0" indent="0" algn="l" rtl="0">
                        <a:lnSpc>
                          <a:spcPct val="100000"/>
                        </a:lnSpc>
                        <a:spcBef>
                          <a:spcPts val="0"/>
                        </a:spcBef>
                        <a:spcAft>
                          <a:spcPts val="0"/>
                        </a:spcAft>
                        <a:buNone/>
                      </a:pPr>
                      <a:endParaRPr sz="1900" b="1" u="none" strike="noStrike" cap="none" dirty="0"/>
                    </a:p>
                  </a:txBody>
                  <a:tcPr marL="91450" marR="91450" marT="60967" marB="60967"/>
                </a:tc>
                <a:tc>
                  <a:txBody>
                    <a:bodyPr/>
                    <a:lstStyle/>
                    <a:p>
                      <a:pPr marL="0" marR="0" lvl="0" indent="0" algn="l" rtl="0">
                        <a:lnSpc>
                          <a:spcPct val="100000"/>
                        </a:lnSpc>
                        <a:spcBef>
                          <a:spcPts val="0"/>
                        </a:spcBef>
                        <a:spcAft>
                          <a:spcPts val="0"/>
                        </a:spcAft>
                        <a:buNone/>
                      </a:pPr>
                      <a:r>
                        <a:rPr lang="en" sz="1900" u="none" strike="noStrike" cap="none" dirty="0"/>
                        <a:t>Job Role Assigned for this</a:t>
                      </a:r>
                      <a:r>
                        <a:rPr lang="en" sz="1900" u="none" strike="noStrike" cap="none" baseline="0" dirty="0"/>
                        <a:t> </a:t>
                      </a:r>
                      <a:r>
                        <a:rPr lang="en" sz="1900" u="none" strike="noStrike" cap="none" dirty="0"/>
                        <a:t>Project</a:t>
                      </a:r>
                      <a:endParaRPr sz="1900" b="1" u="none" strike="noStrike" cap="none" dirty="0"/>
                    </a:p>
                  </a:txBody>
                  <a:tcPr marL="91450" marR="91450" marT="60967" marB="60967"/>
                </a:tc>
                <a:extLst>
                  <a:ext uri="{0D108BD9-81ED-4DB2-BD59-A6C34878D82A}">
                    <a16:rowId xmlns="" xmlns:a16="http://schemas.microsoft.com/office/drawing/2014/main" val="10000"/>
                  </a:ext>
                </a:extLst>
              </a:tr>
              <a:tr h="472348">
                <a:tc>
                  <a:txBody>
                    <a:bodyPr/>
                    <a:lstStyle/>
                    <a:p>
                      <a:pPr marL="0" marR="0" lvl="0" indent="0" algn="l" rtl="0">
                        <a:lnSpc>
                          <a:spcPct val="100000"/>
                        </a:lnSpc>
                        <a:spcBef>
                          <a:spcPts val="0"/>
                        </a:spcBef>
                        <a:spcAft>
                          <a:spcPts val="0"/>
                        </a:spcAft>
                        <a:buNone/>
                      </a:pPr>
                      <a:r>
                        <a:rPr lang="en-IN" sz="1600" u="none" strike="noStrike" cap="none" dirty="0"/>
                        <a:t>Sanghita Mitra</a:t>
                      </a:r>
                      <a:endParaRPr sz="1600" u="none" strike="noStrike" cap="none" dirty="0"/>
                    </a:p>
                  </a:txBody>
                  <a:tcPr marL="91450" marR="91450" marT="60967" marB="60967"/>
                </a:tc>
                <a:tc>
                  <a:txBody>
                    <a:bodyPr/>
                    <a:lstStyle/>
                    <a:p>
                      <a:pPr marL="0" marR="0" lvl="0" indent="0" algn="l" rtl="0">
                        <a:lnSpc>
                          <a:spcPct val="100000"/>
                        </a:lnSpc>
                        <a:spcBef>
                          <a:spcPts val="0"/>
                        </a:spcBef>
                        <a:spcAft>
                          <a:spcPts val="0"/>
                        </a:spcAft>
                        <a:buNone/>
                      </a:pPr>
                      <a:r>
                        <a:rPr lang="en-IN" sz="1900" u="none" strike="noStrike" cap="none" dirty="0"/>
                        <a:t>Strong</a:t>
                      </a:r>
                      <a:r>
                        <a:rPr lang="en-IN" sz="1900" u="none" strike="noStrike" cap="none" baseline="0" dirty="0"/>
                        <a:t> </a:t>
                      </a:r>
                      <a:r>
                        <a:rPr lang="en-IN" sz="1900" u="none" strike="noStrike" cap="none" dirty="0"/>
                        <a:t>Leadership</a:t>
                      </a:r>
                      <a:endParaRPr sz="1900" u="none" strike="noStrike" cap="none" dirty="0"/>
                    </a:p>
                  </a:txBody>
                  <a:tcPr marL="91450" marR="91450" marT="60967" marB="60967"/>
                </a:tc>
                <a:tc>
                  <a:txBody>
                    <a:bodyPr/>
                    <a:lstStyle/>
                    <a:p>
                      <a:pPr marL="0" marR="0" lvl="0" indent="0" algn="l" rtl="0">
                        <a:lnSpc>
                          <a:spcPct val="100000"/>
                        </a:lnSpc>
                        <a:spcBef>
                          <a:spcPts val="0"/>
                        </a:spcBef>
                        <a:spcAft>
                          <a:spcPts val="0"/>
                        </a:spcAft>
                        <a:buNone/>
                      </a:pPr>
                      <a:endParaRPr sz="1900" u="none" strike="noStrike" cap="none" dirty="0"/>
                    </a:p>
                  </a:txBody>
                  <a:tcPr marL="91450" marR="91450" marT="60967" marB="60967"/>
                </a:tc>
                <a:tc>
                  <a:txBody>
                    <a:bodyPr/>
                    <a:lstStyle/>
                    <a:p>
                      <a:pPr marL="0" marR="0" lvl="0" indent="0" algn="l" rtl="0">
                        <a:lnSpc>
                          <a:spcPct val="100000"/>
                        </a:lnSpc>
                        <a:spcBef>
                          <a:spcPts val="0"/>
                        </a:spcBef>
                        <a:spcAft>
                          <a:spcPts val="0"/>
                        </a:spcAft>
                        <a:buNone/>
                      </a:pPr>
                      <a:r>
                        <a:rPr lang="en-IN" sz="1900" u="none" strike="noStrike" cap="none" dirty="0"/>
                        <a:t>Project Planning</a:t>
                      </a:r>
                      <a:endParaRPr sz="1900" u="none" strike="noStrike" cap="none" dirty="0"/>
                    </a:p>
                  </a:txBody>
                  <a:tcPr marL="91450" marR="91450" marT="60967" marB="60967"/>
                </a:tc>
                <a:extLst>
                  <a:ext uri="{0D108BD9-81ED-4DB2-BD59-A6C34878D82A}">
                    <a16:rowId xmlns="" xmlns:a16="http://schemas.microsoft.com/office/drawing/2014/main" val="10001"/>
                  </a:ext>
                </a:extLst>
              </a:tr>
              <a:tr h="946300">
                <a:tc>
                  <a:txBody>
                    <a:bodyPr/>
                    <a:lstStyle/>
                    <a:p>
                      <a:pPr marL="0" marR="0" lvl="0" indent="0" algn="l" rtl="0">
                        <a:lnSpc>
                          <a:spcPct val="100000"/>
                        </a:lnSpc>
                        <a:spcBef>
                          <a:spcPts val="0"/>
                        </a:spcBef>
                        <a:spcAft>
                          <a:spcPts val="0"/>
                        </a:spcAft>
                        <a:buNone/>
                      </a:pPr>
                      <a:r>
                        <a:rPr lang="en-IN" sz="1900" u="none" strike="noStrike" cap="none" dirty="0" err="1"/>
                        <a:t>Joydip</a:t>
                      </a:r>
                      <a:r>
                        <a:rPr lang="en-IN" sz="1900" u="none" strike="noStrike" cap="none" dirty="0"/>
                        <a:t> Das</a:t>
                      </a:r>
                      <a:endParaRPr sz="1900" u="none" strike="noStrike" cap="none" dirty="0"/>
                    </a:p>
                  </a:txBody>
                  <a:tcPr marL="91450" marR="91450" marT="60967" marB="60967"/>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b="0" i="0" kern="1200" dirty="0">
                          <a:solidFill>
                            <a:schemeClr val="tx1"/>
                          </a:solidFill>
                          <a:latin typeface="+mn-lt"/>
                          <a:ea typeface="+mn-ea"/>
                          <a:cs typeface="+mn-cs"/>
                        </a:rPr>
                        <a:t>Having a positive attitude</a:t>
                      </a:r>
                    </a:p>
                    <a:p>
                      <a:pPr marL="0" marR="0" lvl="0" indent="0" algn="l" rtl="0">
                        <a:lnSpc>
                          <a:spcPct val="100000"/>
                        </a:lnSpc>
                        <a:spcBef>
                          <a:spcPts val="0"/>
                        </a:spcBef>
                        <a:spcAft>
                          <a:spcPts val="0"/>
                        </a:spcAft>
                        <a:buNone/>
                      </a:pPr>
                      <a:endParaRPr dirty="0"/>
                    </a:p>
                  </a:txBody>
                  <a:tcPr marL="91450" marR="91450" marT="60967" marB="60967"/>
                </a:tc>
                <a:tc>
                  <a:txBody>
                    <a:bodyPr/>
                    <a:lstStyle/>
                    <a:p>
                      <a:pPr marL="0" marR="0" lvl="0" indent="0" algn="l" rtl="0">
                        <a:lnSpc>
                          <a:spcPct val="100000"/>
                        </a:lnSpc>
                        <a:spcBef>
                          <a:spcPts val="0"/>
                        </a:spcBef>
                        <a:spcAft>
                          <a:spcPts val="0"/>
                        </a:spcAft>
                        <a:buNone/>
                      </a:pPr>
                      <a:endParaRPr sz="1900" u="none" strike="noStrike" cap="none" dirty="0"/>
                    </a:p>
                  </a:txBody>
                  <a:tcPr marL="91450" marR="91450" marT="60967" marB="60967"/>
                </a:tc>
                <a:tc>
                  <a:txBody>
                    <a:bodyPr/>
                    <a:lstStyle/>
                    <a:p>
                      <a:pPr marL="0" marR="0" lvl="0" indent="0" algn="l" rtl="0">
                        <a:lnSpc>
                          <a:spcPct val="100000"/>
                        </a:lnSpc>
                        <a:spcBef>
                          <a:spcPts val="0"/>
                        </a:spcBef>
                        <a:spcAft>
                          <a:spcPts val="0"/>
                        </a:spcAft>
                        <a:buNone/>
                      </a:pPr>
                      <a:r>
                        <a:rPr lang="en-IN" sz="1900" u="none" strike="noStrike" cap="none" dirty="0"/>
                        <a:t>Making PowerPoint</a:t>
                      </a:r>
                      <a:r>
                        <a:rPr lang="en-IN" sz="1900" u="none" strike="noStrike" cap="none" baseline="0" dirty="0"/>
                        <a:t> Presentation and involvement in project planning</a:t>
                      </a:r>
                      <a:endParaRPr sz="1900" u="none" strike="noStrike" cap="none" dirty="0"/>
                    </a:p>
                  </a:txBody>
                  <a:tcPr marL="91450" marR="91450" marT="60967" marB="60967"/>
                </a:tc>
                <a:extLst>
                  <a:ext uri="{0D108BD9-81ED-4DB2-BD59-A6C34878D82A}">
                    <a16:rowId xmlns="" xmlns:a16="http://schemas.microsoft.com/office/drawing/2014/main" val="10002"/>
                  </a:ext>
                </a:extLst>
              </a:tr>
              <a:tr h="1179232">
                <a:tc>
                  <a:txBody>
                    <a:bodyPr/>
                    <a:lstStyle/>
                    <a:p>
                      <a:pPr marL="0" marR="0" lvl="0" indent="0" algn="l" rtl="0">
                        <a:lnSpc>
                          <a:spcPct val="100000"/>
                        </a:lnSpc>
                        <a:spcBef>
                          <a:spcPts val="0"/>
                        </a:spcBef>
                        <a:spcAft>
                          <a:spcPts val="0"/>
                        </a:spcAft>
                        <a:buNone/>
                      </a:pPr>
                      <a:r>
                        <a:rPr lang="en-IN" sz="1900" u="none" strike="noStrike" cap="none" dirty="0"/>
                        <a:t>Ankita Shaw</a:t>
                      </a:r>
                      <a:endParaRPr sz="1900" u="none" strike="noStrike" cap="none" dirty="0"/>
                    </a:p>
                  </a:txBody>
                  <a:tcPr marL="91450" marR="91450" marT="60967" marB="60967"/>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latin typeface="+mn-lt"/>
                          <a:ea typeface="+mn-ea"/>
                          <a:cs typeface="+mn-cs"/>
                        </a:rPr>
                        <a:t>Innovative thinking &amp; technical management</a:t>
                      </a:r>
                    </a:p>
                    <a:p>
                      <a:pPr marL="0" marR="0" lvl="0" indent="0" algn="l" rtl="0">
                        <a:lnSpc>
                          <a:spcPct val="100000"/>
                        </a:lnSpc>
                        <a:spcBef>
                          <a:spcPts val="0"/>
                        </a:spcBef>
                        <a:spcAft>
                          <a:spcPts val="0"/>
                        </a:spcAft>
                        <a:buNone/>
                      </a:pPr>
                      <a:endParaRPr sz="1900" u="none" strike="noStrike" cap="none" dirty="0"/>
                    </a:p>
                  </a:txBody>
                  <a:tcPr marL="91450" marR="91450" marT="60967" marB="60967"/>
                </a:tc>
                <a:tc>
                  <a:txBody>
                    <a:bodyPr/>
                    <a:lstStyle/>
                    <a:p>
                      <a:pPr marL="0" marR="0" lvl="0" indent="0" algn="l" rtl="0">
                        <a:lnSpc>
                          <a:spcPct val="100000"/>
                        </a:lnSpc>
                        <a:spcBef>
                          <a:spcPts val="0"/>
                        </a:spcBef>
                        <a:spcAft>
                          <a:spcPts val="0"/>
                        </a:spcAft>
                        <a:buNone/>
                      </a:pPr>
                      <a:endParaRPr sz="1900" u="none" strike="noStrike" cap="none" dirty="0"/>
                    </a:p>
                  </a:txBody>
                  <a:tcPr marL="91450" marR="91450" marT="60967" marB="60967"/>
                </a:tc>
                <a:tc>
                  <a:txBody>
                    <a:bodyPr/>
                    <a:lstStyle/>
                    <a:p>
                      <a:pPr marL="0" marR="0" lvl="0" indent="0" algn="l" rtl="0">
                        <a:lnSpc>
                          <a:spcPct val="100000"/>
                        </a:lnSpc>
                        <a:spcBef>
                          <a:spcPts val="0"/>
                        </a:spcBef>
                        <a:spcAft>
                          <a:spcPts val="0"/>
                        </a:spcAft>
                        <a:buNone/>
                      </a:pPr>
                      <a:r>
                        <a:rPr lang="en-IN" sz="1900" u="none" strike="noStrike" cap="none" dirty="0"/>
                        <a:t>Making an</a:t>
                      </a:r>
                      <a:r>
                        <a:rPr lang="en-IN" sz="1900" u="none" strike="noStrike" cap="none" baseline="0" dirty="0"/>
                        <a:t> app and website</a:t>
                      </a:r>
                      <a:endParaRPr sz="1900" u="none" strike="noStrike" cap="none" dirty="0"/>
                    </a:p>
                  </a:txBody>
                  <a:tcPr marL="91450" marR="91450" marT="60967" marB="60967"/>
                </a:tc>
                <a:extLst>
                  <a:ext uri="{0D108BD9-81ED-4DB2-BD59-A6C34878D82A}">
                    <a16:rowId xmlns="" xmlns:a16="http://schemas.microsoft.com/office/drawing/2014/main" val="10003"/>
                  </a:ext>
                </a:extLst>
              </a:tr>
              <a:tr h="1222907">
                <a:tc>
                  <a:txBody>
                    <a:bodyPr/>
                    <a:lstStyle/>
                    <a:p>
                      <a:pPr marL="0" marR="0" lvl="0" indent="0" algn="l" rtl="0">
                        <a:lnSpc>
                          <a:spcPct val="100000"/>
                        </a:lnSpc>
                        <a:spcBef>
                          <a:spcPts val="0"/>
                        </a:spcBef>
                        <a:spcAft>
                          <a:spcPts val="0"/>
                        </a:spcAft>
                        <a:buNone/>
                      </a:pPr>
                      <a:r>
                        <a:rPr lang="en-IN" sz="1900" u="none" strike="noStrike" cap="none" dirty="0"/>
                        <a:t>Srinjoy Paul</a:t>
                      </a:r>
                      <a:endParaRPr sz="1900" u="none" strike="noStrike" cap="none" dirty="0"/>
                    </a:p>
                  </a:txBody>
                  <a:tcPr marL="91450" marR="91450" marT="60967" marB="60967"/>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latin typeface="+mn-lt"/>
                          <a:ea typeface="+mn-ea"/>
                          <a:cs typeface="+mn-cs"/>
                        </a:rPr>
                        <a:t>Good active listening</a:t>
                      </a:r>
                    </a:p>
                    <a:p>
                      <a:pPr marL="0" marR="0" lvl="0" indent="0" algn="l" rtl="0">
                        <a:lnSpc>
                          <a:spcPct val="100000"/>
                        </a:lnSpc>
                        <a:spcBef>
                          <a:spcPts val="0"/>
                        </a:spcBef>
                        <a:spcAft>
                          <a:spcPts val="0"/>
                        </a:spcAft>
                        <a:buNone/>
                      </a:pPr>
                      <a:endParaRPr sz="1900" u="none" strike="noStrike" cap="none" dirty="0"/>
                    </a:p>
                  </a:txBody>
                  <a:tcPr marL="91450" marR="91450" marT="60967" marB="60967"/>
                </a:tc>
                <a:tc>
                  <a:txBody>
                    <a:bodyPr/>
                    <a:lstStyle/>
                    <a:p>
                      <a:pPr marL="0" marR="0" lvl="0" indent="0" algn="l" rtl="0">
                        <a:lnSpc>
                          <a:spcPct val="100000"/>
                        </a:lnSpc>
                        <a:spcBef>
                          <a:spcPts val="0"/>
                        </a:spcBef>
                        <a:spcAft>
                          <a:spcPts val="0"/>
                        </a:spcAft>
                        <a:buNone/>
                      </a:pPr>
                      <a:endParaRPr sz="1900" u="none" strike="noStrike" cap="none" dirty="0"/>
                    </a:p>
                  </a:txBody>
                  <a:tcPr marL="91450" marR="91450" marT="60967" marB="60967"/>
                </a:tc>
                <a:tc>
                  <a:txBody>
                    <a:bodyPr/>
                    <a:lstStyle/>
                    <a:p>
                      <a:pPr marL="0" marR="0" lvl="0" indent="0" algn="l" rtl="0">
                        <a:lnSpc>
                          <a:spcPct val="100000"/>
                        </a:lnSpc>
                        <a:spcBef>
                          <a:spcPts val="0"/>
                        </a:spcBef>
                        <a:spcAft>
                          <a:spcPts val="0"/>
                        </a:spcAft>
                        <a:buNone/>
                      </a:pPr>
                      <a:r>
                        <a:rPr lang="en-IN" sz="1900" u="none" strike="noStrike" cap="none" dirty="0"/>
                        <a:t>Collecting</a:t>
                      </a:r>
                      <a:r>
                        <a:rPr lang="en-IN" sz="1900" u="none" strike="noStrike" cap="none" baseline="0" dirty="0"/>
                        <a:t> photos and involvement in project planning</a:t>
                      </a:r>
                      <a:endParaRPr sz="1900" u="none" strike="noStrike" cap="none" dirty="0"/>
                    </a:p>
                  </a:txBody>
                  <a:tcPr marL="91450" marR="91450" marT="60967" marB="60967"/>
                </a:tc>
                <a:extLst>
                  <a:ext uri="{0D108BD9-81ED-4DB2-BD59-A6C34878D82A}">
                    <a16:rowId xmlns="" xmlns:a16="http://schemas.microsoft.com/office/drawing/2014/main" val="10004"/>
                  </a:ext>
                </a:extLst>
              </a:tr>
            </a:tbl>
          </a:graphicData>
        </a:graphic>
      </p:graphicFrame>
    </p:spTree>
  </p:cSld>
  <p:clrMapOvr>
    <a:masterClrMapping/>
  </p:clrMapOvr>
  <p:transition>
    <p:dissolv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 xmlns:a16="http://schemas.microsoft.com/office/drawing/2014/main" id="{AB902CB9-C7DC-4673-B7D5-F22DCF0EC54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bject 15"/>
          <p:cNvSpPr txBox="1">
            <a:spLocks noGrp="1"/>
          </p:cNvSpPr>
          <p:nvPr>
            <p:ph type="title"/>
          </p:nvPr>
        </p:nvSpPr>
        <p:spPr>
          <a:xfrm>
            <a:off x="628650" y="552741"/>
            <a:ext cx="2999978" cy="1690798"/>
          </a:xfrm>
          <a:prstGeom prst="rect">
            <a:avLst/>
          </a:prstGeom>
        </p:spPr>
        <p:txBody>
          <a:bodyPr vert="horz" lIns="91440" tIns="45720" rIns="91440" bIns="45720" rtlCol="0" anchor="ctr">
            <a:normAutofit/>
          </a:bodyPr>
          <a:lstStyle/>
          <a:p>
            <a:pPr marL="12700" algn="l">
              <a:lnSpc>
                <a:spcPct val="90000"/>
              </a:lnSpc>
            </a:pPr>
            <a:r>
              <a:rPr lang="en-US" sz="3500" kern="1200" spc="370">
                <a:solidFill>
                  <a:schemeClr val="tx1"/>
                </a:solidFill>
                <a:latin typeface="+mj-lt"/>
                <a:ea typeface="+mj-ea"/>
                <a:cs typeface="+mj-cs"/>
              </a:rPr>
              <a:t>Problem</a:t>
            </a:r>
            <a:r>
              <a:rPr lang="en-US" sz="3500" kern="1200" spc="-20">
                <a:solidFill>
                  <a:schemeClr val="tx1"/>
                </a:solidFill>
                <a:latin typeface="+mj-lt"/>
                <a:ea typeface="+mj-ea"/>
                <a:cs typeface="+mj-cs"/>
              </a:rPr>
              <a:t> </a:t>
            </a:r>
            <a:r>
              <a:rPr lang="en-US" sz="3500" kern="1200" spc="434">
                <a:solidFill>
                  <a:schemeClr val="tx1"/>
                </a:solidFill>
                <a:latin typeface="+mj-lt"/>
                <a:ea typeface="+mj-ea"/>
                <a:cs typeface="+mj-cs"/>
              </a:rPr>
              <a:t>Statement</a:t>
            </a:r>
          </a:p>
        </p:txBody>
      </p:sp>
      <p:sp>
        <p:nvSpPr>
          <p:cNvPr id="16" name="TextBox 15">
            <a:extLst>
              <a:ext uri="{FF2B5EF4-FFF2-40B4-BE49-F238E27FC236}">
                <a16:creationId xmlns="" xmlns:a16="http://schemas.microsoft.com/office/drawing/2014/main" id="{583AE1B9-6115-AFBB-BE8A-02009C025AA9}"/>
              </a:ext>
            </a:extLst>
          </p:cNvPr>
          <p:cNvSpPr txBox="1"/>
          <p:nvPr/>
        </p:nvSpPr>
        <p:spPr>
          <a:xfrm>
            <a:off x="628650" y="2400475"/>
            <a:ext cx="2999978" cy="3721829"/>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1700"/>
              <a:t>Many farm owners or government organisations face challenges establishing healthy vegetation quickly and cost effectively on large or uneven terrain. Traditional seeding methods often result in uneven growth, erosion and increase maintenance cost. There is a need for reliable efficient in environmentally friendly solution that can establish lush vegetation in challenging landscapes from promptly and sustainably.</a:t>
            </a:r>
          </a:p>
        </p:txBody>
      </p:sp>
      <p:pic>
        <p:nvPicPr>
          <p:cNvPr id="21" name="Picture 20" descr="A close-up of a soil erosion&#10;&#10;Description automatically generated">
            <a:extLst>
              <a:ext uri="{FF2B5EF4-FFF2-40B4-BE49-F238E27FC236}">
                <a16:creationId xmlns="" xmlns:a16="http://schemas.microsoft.com/office/drawing/2014/main" id="{94A5D8E7-2D83-14C4-35A3-F17CEF106FC6}"/>
              </a:ext>
            </a:extLst>
          </p:cNvPr>
          <p:cNvPicPr>
            <a:picLocks noChangeAspect="1"/>
          </p:cNvPicPr>
          <p:nvPr/>
        </p:nvPicPr>
        <p:blipFill>
          <a:blip r:embed="rId2" cstate="print"/>
          <a:stretch>
            <a:fillRect/>
          </a:stretch>
        </p:blipFill>
        <p:spPr>
          <a:xfrm>
            <a:off x="5450580" y="1292845"/>
            <a:ext cx="2695379" cy="2215260"/>
          </a:xfrm>
          <a:prstGeom prst="rect">
            <a:avLst/>
          </a:prstGeom>
        </p:spPr>
      </p:pic>
      <p:pic>
        <p:nvPicPr>
          <p:cNvPr id="23" name="Picture 22" descr="A close-up of a red soil&#10;&#10;Description automatically generated">
            <a:extLst>
              <a:ext uri="{FF2B5EF4-FFF2-40B4-BE49-F238E27FC236}">
                <a16:creationId xmlns="" xmlns:a16="http://schemas.microsoft.com/office/drawing/2014/main" id="{8B626B20-9A10-2D5C-BCEB-D0994082D1F2}"/>
              </a:ext>
            </a:extLst>
          </p:cNvPr>
          <p:cNvPicPr>
            <a:picLocks noChangeAspect="1"/>
          </p:cNvPicPr>
          <p:nvPr/>
        </p:nvPicPr>
        <p:blipFill>
          <a:blip r:embed="rId3" cstate="print"/>
          <a:stretch>
            <a:fillRect/>
          </a:stretch>
        </p:blipFill>
        <p:spPr>
          <a:xfrm>
            <a:off x="5436097" y="3429000"/>
            <a:ext cx="2709862" cy="2493811"/>
          </a:xfrm>
          <a:prstGeom prst="rect">
            <a:avLst/>
          </a:prstGeom>
        </p:spPr>
      </p:pic>
      <p:sp>
        <p:nvSpPr>
          <p:cNvPr id="2" name="object 2"/>
          <p:cNvSpPr/>
          <p:nvPr/>
        </p:nvSpPr>
        <p:spPr>
          <a:xfrm>
            <a:off x="0" y="5930901"/>
            <a:ext cx="1113790" cy="927100"/>
          </a:xfrm>
          <a:custGeom>
            <a:avLst/>
            <a:gdLst/>
            <a:ahLst/>
            <a:cxnLst/>
            <a:rect l="l" t="t" r="r" b="b"/>
            <a:pathLst>
              <a:path w="1113790" h="695325">
                <a:moveTo>
                  <a:pt x="392899" y="0"/>
                </a:moveTo>
                <a:lnTo>
                  <a:pt x="388899" y="0"/>
                </a:lnTo>
                <a:lnTo>
                  <a:pt x="336795" y="2487"/>
                </a:lnTo>
                <a:lnTo>
                  <a:pt x="285129" y="9851"/>
                </a:lnTo>
                <a:lnTo>
                  <a:pt x="234338" y="21942"/>
                </a:lnTo>
                <a:lnTo>
                  <a:pt x="184859" y="38612"/>
                </a:lnTo>
                <a:lnTo>
                  <a:pt x="137125" y="59714"/>
                </a:lnTo>
                <a:lnTo>
                  <a:pt x="91575" y="85098"/>
                </a:lnTo>
                <a:lnTo>
                  <a:pt x="48644" y="114616"/>
                </a:lnTo>
                <a:lnTo>
                  <a:pt x="8769" y="148120"/>
                </a:lnTo>
                <a:lnTo>
                  <a:pt x="0" y="688821"/>
                </a:lnTo>
                <a:lnTo>
                  <a:pt x="2389" y="691474"/>
                </a:lnTo>
                <a:lnTo>
                  <a:pt x="8247" y="694711"/>
                </a:lnTo>
                <a:lnTo>
                  <a:pt x="10137" y="695325"/>
                </a:lnTo>
                <a:lnTo>
                  <a:pt x="1002300" y="695325"/>
                </a:lnTo>
                <a:lnTo>
                  <a:pt x="1007668" y="689469"/>
                </a:lnTo>
                <a:lnTo>
                  <a:pt x="1019670" y="675065"/>
                </a:lnTo>
                <a:lnTo>
                  <a:pt x="1040570" y="652111"/>
                </a:lnTo>
                <a:lnTo>
                  <a:pt x="1081981" y="606407"/>
                </a:lnTo>
                <a:lnTo>
                  <a:pt x="1111428" y="540214"/>
                </a:lnTo>
                <a:lnTo>
                  <a:pt x="1113172" y="497878"/>
                </a:lnTo>
                <a:lnTo>
                  <a:pt x="1105141" y="455741"/>
                </a:lnTo>
                <a:lnTo>
                  <a:pt x="1088834" y="416077"/>
                </a:lnTo>
                <a:lnTo>
                  <a:pt x="1066524" y="379709"/>
                </a:lnTo>
                <a:lnTo>
                  <a:pt x="1039736" y="346313"/>
                </a:lnTo>
                <a:lnTo>
                  <a:pt x="1009956" y="315293"/>
                </a:lnTo>
                <a:lnTo>
                  <a:pt x="978674" y="286054"/>
                </a:lnTo>
                <a:lnTo>
                  <a:pt x="937557" y="249513"/>
                </a:lnTo>
                <a:lnTo>
                  <a:pt x="895491" y="214103"/>
                </a:lnTo>
                <a:lnTo>
                  <a:pt x="852328" y="180160"/>
                </a:lnTo>
                <a:lnTo>
                  <a:pt x="807920" y="148019"/>
                </a:lnTo>
                <a:lnTo>
                  <a:pt x="762120" y="118017"/>
                </a:lnTo>
                <a:lnTo>
                  <a:pt x="714781" y="90487"/>
                </a:lnTo>
                <a:lnTo>
                  <a:pt x="672653" y="69152"/>
                </a:lnTo>
                <a:lnTo>
                  <a:pt x="629372" y="50162"/>
                </a:lnTo>
                <a:lnTo>
                  <a:pt x="585087" y="33795"/>
                </a:lnTo>
                <a:lnTo>
                  <a:pt x="539946" y="20330"/>
                </a:lnTo>
                <a:lnTo>
                  <a:pt x="494098" y="10046"/>
                </a:lnTo>
                <a:lnTo>
                  <a:pt x="447691" y="3223"/>
                </a:lnTo>
                <a:lnTo>
                  <a:pt x="400875" y="139"/>
                </a:lnTo>
                <a:lnTo>
                  <a:pt x="396874" y="38"/>
                </a:lnTo>
                <a:lnTo>
                  <a:pt x="392899" y="0"/>
                </a:lnTo>
                <a:close/>
              </a:path>
            </a:pathLst>
          </a:custGeom>
          <a:solidFill>
            <a:srgbClr val="B5C396"/>
          </a:solidFill>
        </p:spPr>
        <p:txBody>
          <a:bodyPr wrap="square" lIns="0" tIns="0" rIns="0" bIns="0" rtlCol="0"/>
          <a:lstStyle/>
          <a:p>
            <a:endParaRPr/>
          </a:p>
        </p:txBody>
      </p:sp>
      <p:sp>
        <p:nvSpPr>
          <p:cNvPr id="17" name="object 17"/>
          <p:cNvSpPr/>
          <p:nvPr/>
        </p:nvSpPr>
        <p:spPr>
          <a:xfrm>
            <a:off x="168617" y="0"/>
            <a:ext cx="1506220" cy="1168400"/>
          </a:xfrm>
          <a:custGeom>
            <a:avLst/>
            <a:gdLst/>
            <a:ahLst/>
            <a:cxnLst/>
            <a:rect l="l" t="t" r="r" b="b"/>
            <a:pathLst>
              <a:path w="1506220" h="876300">
                <a:moveTo>
                  <a:pt x="1323759" y="779780"/>
                </a:moveTo>
                <a:lnTo>
                  <a:pt x="1317358" y="776439"/>
                </a:lnTo>
                <a:lnTo>
                  <a:pt x="1318298" y="777113"/>
                </a:lnTo>
                <a:lnTo>
                  <a:pt x="1323759" y="779780"/>
                </a:lnTo>
                <a:close/>
              </a:path>
              <a:path w="1506220" h="876300">
                <a:moveTo>
                  <a:pt x="1505623" y="853059"/>
                </a:moveTo>
                <a:lnTo>
                  <a:pt x="1505407" y="849376"/>
                </a:lnTo>
                <a:lnTo>
                  <a:pt x="1504988" y="841756"/>
                </a:lnTo>
                <a:lnTo>
                  <a:pt x="1495717" y="839343"/>
                </a:lnTo>
                <a:lnTo>
                  <a:pt x="1488986" y="836168"/>
                </a:lnTo>
                <a:lnTo>
                  <a:pt x="1486192" y="834720"/>
                </a:lnTo>
                <a:lnTo>
                  <a:pt x="1486192" y="846709"/>
                </a:lnTo>
                <a:lnTo>
                  <a:pt x="1485557" y="848995"/>
                </a:lnTo>
                <a:lnTo>
                  <a:pt x="1476794" y="849122"/>
                </a:lnTo>
                <a:lnTo>
                  <a:pt x="1468158" y="849376"/>
                </a:lnTo>
                <a:lnTo>
                  <a:pt x="1460792" y="848614"/>
                </a:lnTo>
                <a:lnTo>
                  <a:pt x="1411833" y="838962"/>
                </a:lnTo>
                <a:lnTo>
                  <a:pt x="1396022" y="835152"/>
                </a:lnTo>
                <a:lnTo>
                  <a:pt x="1335074" y="821664"/>
                </a:lnTo>
                <a:lnTo>
                  <a:pt x="1274610" y="806831"/>
                </a:lnTo>
                <a:lnTo>
                  <a:pt x="1207846" y="784593"/>
                </a:lnTo>
                <a:lnTo>
                  <a:pt x="1171321" y="765911"/>
                </a:lnTo>
                <a:lnTo>
                  <a:pt x="1170635" y="765429"/>
                </a:lnTo>
                <a:lnTo>
                  <a:pt x="1148626" y="750049"/>
                </a:lnTo>
                <a:lnTo>
                  <a:pt x="1148626" y="765429"/>
                </a:lnTo>
                <a:lnTo>
                  <a:pt x="1140498" y="763270"/>
                </a:lnTo>
                <a:lnTo>
                  <a:pt x="1081138" y="735368"/>
                </a:lnTo>
                <a:lnTo>
                  <a:pt x="1025829" y="699262"/>
                </a:lnTo>
                <a:lnTo>
                  <a:pt x="994994" y="675830"/>
                </a:lnTo>
                <a:lnTo>
                  <a:pt x="964768" y="651852"/>
                </a:lnTo>
                <a:lnTo>
                  <a:pt x="935202" y="627138"/>
                </a:lnTo>
                <a:lnTo>
                  <a:pt x="906386" y="601472"/>
                </a:lnTo>
                <a:lnTo>
                  <a:pt x="867105" y="565391"/>
                </a:lnTo>
                <a:lnTo>
                  <a:pt x="789520" y="492569"/>
                </a:lnTo>
                <a:lnTo>
                  <a:pt x="673760" y="382905"/>
                </a:lnTo>
                <a:lnTo>
                  <a:pt x="639851" y="352196"/>
                </a:lnTo>
                <a:lnTo>
                  <a:pt x="604812" y="322783"/>
                </a:lnTo>
                <a:lnTo>
                  <a:pt x="568388" y="295033"/>
                </a:lnTo>
                <a:lnTo>
                  <a:pt x="530301" y="269278"/>
                </a:lnTo>
                <a:lnTo>
                  <a:pt x="490296" y="245872"/>
                </a:lnTo>
                <a:lnTo>
                  <a:pt x="452501" y="225234"/>
                </a:lnTo>
                <a:lnTo>
                  <a:pt x="413893" y="205447"/>
                </a:lnTo>
                <a:lnTo>
                  <a:pt x="335889" y="167386"/>
                </a:lnTo>
                <a:lnTo>
                  <a:pt x="331558" y="164973"/>
                </a:lnTo>
                <a:lnTo>
                  <a:pt x="327215" y="162687"/>
                </a:lnTo>
                <a:lnTo>
                  <a:pt x="321767" y="159893"/>
                </a:lnTo>
                <a:lnTo>
                  <a:pt x="327342" y="157734"/>
                </a:lnTo>
                <a:lnTo>
                  <a:pt x="527939" y="216446"/>
                </a:lnTo>
                <a:lnTo>
                  <a:pt x="567080" y="228612"/>
                </a:lnTo>
                <a:lnTo>
                  <a:pt x="605739" y="241808"/>
                </a:lnTo>
                <a:lnTo>
                  <a:pt x="651979" y="259549"/>
                </a:lnTo>
                <a:lnTo>
                  <a:pt x="696353" y="280555"/>
                </a:lnTo>
                <a:lnTo>
                  <a:pt x="738606" y="305269"/>
                </a:lnTo>
                <a:lnTo>
                  <a:pt x="778535" y="334073"/>
                </a:lnTo>
                <a:lnTo>
                  <a:pt x="815911" y="367411"/>
                </a:lnTo>
                <a:lnTo>
                  <a:pt x="859370" y="412991"/>
                </a:lnTo>
                <a:lnTo>
                  <a:pt x="900430" y="460756"/>
                </a:lnTo>
                <a:lnTo>
                  <a:pt x="927989" y="495731"/>
                </a:lnTo>
                <a:lnTo>
                  <a:pt x="954760" y="531431"/>
                </a:lnTo>
                <a:lnTo>
                  <a:pt x="1007732" y="603631"/>
                </a:lnTo>
                <a:lnTo>
                  <a:pt x="1051090" y="657910"/>
                </a:lnTo>
                <a:lnTo>
                  <a:pt x="1094689" y="711327"/>
                </a:lnTo>
                <a:lnTo>
                  <a:pt x="1134567" y="751852"/>
                </a:lnTo>
                <a:lnTo>
                  <a:pt x="1148626" y="765429"/>
                </a:lnTo>
                <a:lnTo>
                  <a:pt x="1148626" y="750049"/>
                </a:lnTo>
                <a:lnTo>
                  <a:pt x="1137704" y="742416"/>
                </a:lnTo>
                <a:lnTo>
                  <a:pt x="1107732" y="713613"/>
                </a:lnTo>
                <a:lnTo>
                  <a:pt x="1075296" y="675576"/>
                </a:lnTo>
                <a:lnTo>
                  <a:pt x="1059662" y="656539"/>
                </a:lnTo>
                <a:lnTo>
                  <a:pt x="1010399" y="592162"/>
                </a:lnTo>
                <a:lnTo>
                  <a:pt x="908024" y="455295"/>
                </a:lnTo>
                <a:lnTo>
                  <a:pt x="877062" y="416953"/>
                </a:lnTo>
                <a:lnTo>
                  <a:pt x="844042" y="381330"/>
                </a:lnTo>
                <a:lnTo>
                  <a:pt x="808901" y="348513"/>
                </a:lnTo>
                <a:lnTo>
                  <a:pt x="771563" y="318604"/>
                </a:lnTo>
                <a:lnTo>
                  <a:pt x="731964" y="291706"/>
                </a:lnTo>
                <a:lnTo>
                  <a:pt x="690041" y="267906"/>
                </a:lnTo>
                <a:lnTo>
                  <a:pt x="645706" y="247307"/>
                </a:lnTo>
                <a:lnTo>
                  <a:pt x="598919" y="229997"/>
                </a:lnTo>
                <a:lnTo>
                  <a:pt x="400265" y="168402"/>
                </a:lnTo>
                <a:lnTo>
                  <a:pt x="385762" y="163449"/>
                </a:lnTo>
                <a:lnTo>
                  <a:pt x="368909" y="157353"/>
                </a:lnTo>
                <a:lnTo>
                  <a:pt x="356831" y="152996"/>
                </a:lnTo>
                <a:lnTo>
                  <a:pt x="342353" y="147955"/>
                </a:lnTo>
                <a:lnTo>
                  <a:pt x="342646" y="147701"/>
                </a:lnTo>
                <a:lnTo>
                  <a:pt x="422198" y="160883"/>
                </a:lnTo>
                <a:lnTo>
                  <a:pt x="463651" y="168071"/>
                </a:lnTo>
                <a:lnTo>
                  <a:pt x="522732" y="180086"/>
                </a:lnTo>
                <a:lnTo>
                  <a:pt x="575132" y="192786"/>
                </a:lnTo>
                <a:lnTo>
                  <a:pt x="620039" y="205752"/>
                </a:lnTo>
                <a:lnTo>
                  <a:pt x="664298" y="220700"/>
                </a:lnTo>
                <a:lnTo>
                  <a:pt x="707834" y="237731"/>
                </a:lnTo>
                <a:lnTo>
                  <a:pt x="750544" y="256959"/>
                </a:lnTo>
                <a:lnTo>
                  <a:pt x="792365" y="278472"/>
                </a:lnTo>
                <a:lnTo>
                  <a:pt x="833221" y="302387"/>
                </a:lnTo>
                <a:lnTo>
                  <a:pt x="878522" y="334048"/>
                </a:lnTo>
                <a:lnTo>
                  <a:pt x="920178" y="369328"/>
                </a:lnTo>
                <a:lnTo>
                  <a:pt x="958583" y="407873"/>
                </a:lnTo>
                <a:lnTo>
                  <a:pt x="994117" y="449300"/>
                </a:lnTo>
                <a:lnTo>
                  <a:pt x="1027176" y="493268"/>
                </a:lnTo>
                <a:lnTo>
                  <a:pt x="1052322" y="527862"/>
                </a:lnTo>
                <a:lnTo>
                  <a:pt x="1077556" y="562127"/>
                </a:lnTo>
                <a:lnTo>
                  <a:pt x="1103376" y="595845"/>
                </a:lnTo>
                <a:lnTo>
                  <a:pt x="1130338" y="628777"/>
                </a:lnTo>
                <a:lnTo>
                  <a:pt x="1163904" y="665759"/>
                </a:lnTo>
                <a:lnTo>
                  <a:pt x="1200023" y="699579"/>
                </a:lnTo>
                <a:lnTo>
                  <a:pt x="1238694" y="730021"/>
                </a:lnTo>
                <a:lnTo>
                  <a:pt x="1279931" y="756831"/>
                </a:lnTo>
                <a:lnTo>
                  <a:pt x="1317358" y="776439"/>
                </a:lnTo>
                <a:lnTo>
                  <a:pt x="1313091" y="773303"/>
                </a:lnTo>
                <a:lnTo>
                  <a:pt x="1307884" y="769366"/>
                </a:lnTo>
                <a:lnTo>
                  <a:pt x="1264767" y="741921"/>
                </a:lnTo>
                <a:lnTo>
                  <a:pt x="1224407" y="711695"/>
                </a:lnTo>
                <a:lnTo>
                  <a:pt x="1186751" y="678738"/>
                </a:lnTo>
                <a:lnTo>
                  <a:pt x="1151724" y="643089"/>
                </a:lnTo>
                <a:lnTo>
                  <a:pt x="1119289" y="604774"/>
                </a:lnTo>
                <a:lnTo>
                  <a:pt x="1092771" y="570268"/>
                </a:lnTo>
                <a:lnTo>
                  <a:pt x="1067257" y="535432"/>
                </a:lnTo>
                <a:lnTo>
                  <a:pt x="1017117" y="465709"/>
                </a:lnTo>
                <a:lnTo>
                  <a:pt x="983462" y="422719"/>
                </a:lnTo>
                <a:lnTo>
                  <a:pt x="947039" y="383286"/>
                </a:lnTo>
                <a:lnTo>
                  <a:pt x="907910" y="347319"/>
                </a:lnTo>
                <a:lnTo>
                  <a:pt x="866114" y="314718"/>
                </a:lnTo>
                <a:lnTo>
                  <a:pt x="821690" y="285419"/>
                </a:lnTo>
                <a:lnTo>
                  <a:pt x="774712" y="259334"/>
                </a:lnTo>
                <a:lnTo>
                  <a:pt x="725220" y="236347"/>
                </a:lnTo>
                <a:lnTo>
                  <a:pt x="683666" y="220256"/>
                </a:lnTo>
                <a:lnTo>
                  <a:pt x="641769" y="205511"/>
                </a:lnTo>
                <a:lnTo>
                  <a:pt x="599503" y="192112"/>
                </a:lnTo>
                <a:lnTo>
                  <a:pt x="576110" y="185521"/>
                </a:lnTo>
                <a:lnTo>
                  <a:pt x="587578" y="187871"/>
                </a:lnTo>
                <a:lnTo>
                  <a:pt x="647839" y="201866"/>
                </a:lnTo>
                <a:lnTo>
                  <a:pt x="698804" y="215290"/>
                </a:lnTo>
                <a:lnTo>
                  <a:pt x="762012" y="233680"/>
                </a:lnTo>
                <a:lnTo>
                  <a:pt x="806030" y="249148"/>
                </a:lnTo>
                <a:lnTo>
                  <a:pt x="848601" y="267411"/>
                </a:lnTo>
                <a:lnTo>
                  <a:pt x="889571" y="288594"/>
                </a:lnTo>
                <a:lnTo>
                  <a:pt x="928751" y="312826"/>
                </a:lnTo>
                <a:lnTo>
                  <a:pt x="966012" y="340233"/>
                </a:lnTo>
                <a:lnTo>
                  <a:pt x="1007452" y="375627"/>
                </a:lnTo>
                <a:lnTo>
                  <a:pt x="1045743" y="413639"/>
                </a:lnTo>
                <a:lnTo>
                  <a:pt x="1081366" y="453758"/>
                </a:lnTo>
                <a:lnTo>
                  <a:pt x="1114844" y="495427"/>
                </a:lnTo>
                <a:lnTo>
                  <a:pt x="1139253" y="526376"/>
                </a:lnTo>
                <a:lnTo>
                  <a:pt x="1187894" y="588695"/>
                </a:lnTo>
                <a:lnTo>
                  <a:pt x="1212253" y="619633"/>
                </a:lnTo>
                <a:lnTo>
                  <a:pt x="1246784" y="659904"/>
                </a:lnTo>
                <a:lnTo>
                  <a:pt x="1282941" y="698284"/>
                </a:lnTo>
                <a:lnTo>
                  <a:pt x="1321092" y="734326"/>
                </a:lnTo>
                <a:lnTo>
                  <a:pt x="1361592" y="767600"/>
                </a:lnTo>
                <a:lnTo>
                  <a:pt x="1404785" y="797687"/>
                </a:lnTo>
                <a:lnTo>
                  <a:pt x="1444866" y="822921"/>
                </a:lnTo>
                <a:lnTo>
                  <a:pt x="1486192" y="846709"/>
                </a:lnTo>
                <a:lnTo>
                  <a:pt x="1486192" y="834720"/>
                </a:lnTo>
                <a:lnTo>
                  <a:pt x="1439672" y="810514"/>
                </a:lnTo>
                <a:lnTo>
                  <a:pt x="1393075" y="780859"/>
                </a:lnTo>
                <a:lnTo>
                  <a:pt x="1349413" y="747306"/>
                </a:lnTo>
                <a:lnTo>
                  <a:pt x="1308900" y="709930"/>
                </a:lnTo>
                <a:lnTo>
                  <a:pt x="1282052" y="682574"/>
                </a:lnTo>
                <a:lnTo>
                  <a:pt x="1256157" y="654405"/>
                </a:lnTo>
                <a:lnTo>
                  <a:pt x="1230884" y="625716"/>
                </a:lnTo>
                <a:lnTo>
                  <a:pt x="1205903" y="596773"/>
                </a:lnTo>
                <a:lnTo>
                  <a:pt x="1174686" y="558076"/>
                </a:lnTo>
                <a:lnTo>
                  <a:pt x="1113777" y="480136"/>
                </a:lnTo>
                <a:lnTo>
                  <a:pt x="1083043" y="442214"/>
                </a:lnTo>
                <a:lnTo>
                  <a:pt x="1051966" y="407162"/>
                </a:lnTo>
                <a:lnTo>
                  <a:pt x="1019086" y="374142"/>
                </a:lnTo>
                <a:lnTo>
                  <a:pt x="984300" y="343369"/>
                </a:lnTo>
                <a:lnTo>
                  <a:pt x="947508" y="315061"/>
                </a:lnTo>
                <a:lnTo>
                  <a:pt x="908621" y="289433"/>
                </a:lnTo>
                <a:lnTo>
                  <a:pt x="867549" y="266700"/>
                </a:lnTo>
                <a:lnTo>
                  <a:pt x="797928" y="236537"/>
                </a:lnTo>
                <a:lnTo>
                  <a:pt x="761834" y="224269"/>
                </a:lnTo>
                <a:lnTo>
                  <a:pt x="724966" y="213614"/>
                </a:lnTo>
                <a:lnTo>
                  <a:pt x="613219" y="185648"/>
                </a:lnTo>
                <a:lnTo>
                  <a:pt x="567639" y="174752"/>
                </a:lnTo>
                <a:lnTo>
                  <a:pt x="521843" y="164719"/>
                </a:lnTo>
                <a:lnTo>
                  <a:pt x="475678" y="156044"/>
                </a:lnTo>
                <a:lnTo>
                  <a:pt x="405688" y="144526"/>
                </a:lnTo>
                <a:lnTo>
                  <a:pt x="382778" y="140830"/>
                </a:lnTo>
                <a:lnTo>
                  <a:pt x="312166" y="128333"/>
                </a:lnTo>
                <a:lnTo>
                  <a:pt x="264045" y="118110"/>
                </a:lnTo>
                <a:lnTo>
                  <a:pt x="195795" y="98869"/>
                </a:lnTo>
                <a:lnTo>
                  <a:pt x="152349" y="82651"/>
                </a:lnTo>
                <a:lnTo>
                  <a:pt x="110096" y="62966"/>
                </a:lnTo>
                <a:lnTo>
                  <a:pt x="69240" y="39243"/>
                </a:lnTo>
                <a:lnTo>
                  <a:pt x="34074" y="15646"/>
                </a:lnTo>
                <a:lnTo>
                  <a:pt x="13716" y="0"/>
                </a:lnTo>
                <a:lnTo>
                  <a:pt x="0" y="0"/>
                </a:lnTo>
                <a:lnTo>
                  <a:pt x="37033" y="27876"/>
                </a:lnTo>
                <a:lnTo>
                  <a:pt x="80848" y="55930"/>
                </a:lnTo>
                <a:lnTo>
                  <a:pt x="126961" y="80746"/>
                </a:lnTo>
                <a:lnTo>
                  <a:pt x="220421" y="122008"/>
                </a:lnTo>
                <a:lnTo>
                  <a:pt x="263156" y="142430"/>
                </a:lnTo>
                <a:lnTo>
                  <a:pt x="268884" y="155155"/>
                </a:lnTo>
                <a:lnTo>
                  <a:pt x="279933" y="179603"/>
                </a:lnTo>
                <a:lnTo>
                  <a:pt x="290880" y="204076"/>
                </a:lnTo>
                <a:lnTo>
                  <a:pt x="313169" y="256895"/>
                </a:lnTo>
                <a:lnTo>
                  <a:pt x="336143" y="314109"/>
                </a:lnTo>
                <a:lnTo>
                  <a:pt x="351218" y="356450"/>
                </a:lnTo>
                <a:lnTo>
                  <a:pt x="361556" y="400431"/>
                </a:lnTo>
                <a:lnTo>
                  <a:pt x="371500" y="445668"/>
                </a:lnTo>
                <a:lnTo>
                  <a:pt x="383247" y="490474"/>
                </a:lnTo>
                <a:lnTo>
                  <a:pt x="397154" y="534162"/>
                </a:lnTo>
                <a:lnTo>
                  <a:pt x="413918" y="577113"/>
                </a:lnTo>
                <a:lnTo>
                  <a:pt x="433997" y="618998"/>
                </a:lnTo>
                <a:lnTo>
                  <a:pt x="456603" y="656501"/>
                </a:lnTo>
                <a:lnTo>
                  <a:pt x="482130" y="691794"/>
                </a:lnTo>
                <a:lnTo>
                  <a:pt x="510324" y="725106"/>
                </a:lnTo>
                <a:lnTo>
                  <a:pt x="540931" y="756666"/>
                </a:lnTo>
                <a:lnTo>
                  <a:pt x="598157" y="809879"/>
                </a:lnTo>
                <a:lnTo>
                  <a:pt x="616966" y="827786"/>
                </a:lnTo>
                <a:lnTo>
                  <a:pt x="626821" y="837450"/>
                </a:lnTo>
                <a:lnTo>
                  <a:pt x="636231" y="847318"/>
                </a:lnTo>
                <a:lnTo>
                  <a:pt x="646798" y="858774"/>
                </a:lnTo>
                <a:lnTo>
                  <a:pt x="654799" y="867410"/>
                </a:lnTo>
                <a:lnTo>
                  <a:pt x="658520" y="870966"/>
                </a:lnTo>
                <a:lnTo>
                  <a:pt x="661390" y="875792"/>
                </a:lnTo>
                <a:lnTo>
                  <a:pt x="669188" y="875157"/>
                </a:lnTo>
                <a:lnTo>
                  <a:pt x="668540" y="870966"/>
                </a:lnTo>
                <a:lnTo>
                  <a:pt x="668439" y="866775"/>
                </a:lnTo>
                <a:lnTo>
                  <a:pt x="667004" y="862330"/>
                </a:lnTo>
                <a:lnTo>
                  <a:pt x="659866" y="840917"/>
                </a:lnTo>
                <a:lnTo>
                  <a:pt x="659866" y="859155"/>
                </a:lnTo>
                <a:lnTo>
                  <a:pt x="659561" y="860806"/>
                </a:lnTo>
                <a:lnTo>
                  <a:pt x="659803" y="862330"/>
                </a:lnTo>
                <a:lnTo>
                  <a:pt x="657339" y="860044"/>
                </a:lnTo>
                <a:lnTo>
                  <a:pt x="655574" y="858774"/>
                </a:lnTo>
                <a:lnTo>
                  <a:pt x="653681" y="856996"/>
                </a:lnTo>
                <a:lnTo>
                  <a:pt x="639584" y="841794"/>
                </a:lnTo>
                <a:lnTo>
                  <a:pt x="632358" y="834351"/>
                </a:lnTo>
                <a:lnTo>
                  <a:pt x="602272" y="805827"/>
                </a:lnTo>
                <a:lnTo>
                  <a:pt x="557187" y="763651"/>
                </a:lnTo>
                <a:lnTo>
                  <a:pt x="535012" y="742315"/>
                </a:lnTo>
                <a:lnTo>
                  <a:pt x="500456" y="705269"/>
                </a:lnTo>
                <a:lnTo>
                  <a:pt x="470090" y="665784"/>
                </a:lnTo>
                <a:lnTo>
                  <a:pt x="443776" y="623989"/>
                </a:lnTo>
                <a:lnTo>
                  <a:pt x="421335" y="579970"/>
                </a:lnTo>
                <a:lnTo>
                  <a:pt x="402615" y="533819"/>
                </a:lnTo>
                <a:lnTo>
                  <a:pt x="387464" y="485648"/>
                </a:lnTo>
                <a:lnTo>
                  <a:pt x="377698" y="447586"/>
                </a:lnTo>
                <a:lnTo>
                  <a:pt x="368630" y="408940"/>
                </a:lnTo>
                <a:lnTo>
                  <a:pt x="359283" y="365379"/>
                </a:lnTo>
                <a:lnTo>
                  <a:pt x="370979" y="386334"/>
                </a:lnTo>
                <a:lnTo>
                  <a:pt x="382384" y="407504"/>
                </a:lnTo>
                <a:lnTo>
                  <a:pt x="393687" y="428701"/>
                </a:lnTo>
                <a:lnTo>
                  <a:pt x="405117" y="449707"/>
                </a:lnTo>
                <a:lnTo>
                  <a:pt x="428675" y="491921"/>
                </a:lnTo>
                <a:lnTo>
                  <a:pt x="453085" y="533819"/>
                </a:lnTo>
                <a:lnTo>
                  <a:pt x="515581" y="635901"/>
                </a:lnTo>
                <a:lnTo>
                  <a:pt x="541489" y="676071"/>
                </a:lnTo>
                <a:lnTo>
                  <a:pt x="555282" y="695833"/>
                </a:lnTo>
                <a:lnTo>
                  <a:pt x="554342" y="693293"/>
                </a:lnTo>
                <a:lnTo>
                  <a:pt x="552983" y="691388"/>
                </a:lnTo>
                <a:lnTo>
                  <a:pt x="552094" y="688848"/>
                </a:lnTo>
                <a:lnTo>
                  <a:pt x="532231" y="656031"/>
                </a:lnTo>
                <a:lnTo>
                  <a:pt x="504393" y="609841"/>
                </a:lnTo>
                <a:lnTo>
                  <a:pt x="480656" y="570204"/>
                </a:lnTo>
                <a:lnTo>
                  <a:pt x="457047" y="530491"/>
                </a:lnTo>
                <a:lnTo>
                  <a:pt x="433400" y="490296"/>
                </a:lnTo>
                <a:lnTo>
                  <a:pt x="410641" y="450100"/>
                </a:lnTo>
                <a:lnTo>
                  <a:pt x="388467" y="408940"/>
                </a:lnTo>
                <a:lnTo>
                  <a:pt x="367398" y="367220"/>
                </a:lnTo>
                <a:lnTo>
                  <a:pt x="366547" y="365379"/>
                </a:lnTo>
                <a:lnTo>
                  <a:pt x="347726" y="324866"/>
                </a:lnTo>
                <a:lnTo>
                  <a:pt x="344373" y="316992"/>
                </a:lnTo>
                <a:lnTo>
                  <a:pt x="342633" y="312547"/>
                </a:lnTo>
                <a:lnTo>
                  <a:pt x="345186" y="312166"/>
                </a:lnTo>
                <a:lnTo>
                  <a:pt x="345884" y="313055"/>
                </a:lnTo>
                <a:lnTo>
                  <a:pt x="347065" y="313944"/>
                </a:lnTo>
                <a:lnTo>
                  <a:pt x="367792" y="345249"/>
                </a:lnTo>
                <a:lnTo>
                  <a:pt x="389483" y="374269"/>
                </a:lnTo>
                <a:lnTo>
                  <a:pt x="412330" y="402437"/>
                </a:lnTo>
                <a:lnTo>
                  <a:pt x="435876" y="430149"/>
                </a:lnTo>
                <a:lnTo>
                  <a:pt x="462127" y="461581"/>
                </a:lnTo>
                <a:lnTo>
                  <a:pt x="487603" y="493776"/>
                </a:lnTo>
                <a:lnTo>
                  <a:pt x="512203" y="526732"/>
                </a:lnTo>
                <a:lnTo>
                  <a:pt x="535838" y="560451"/>
                </a:lnTo>
                <a:lnTo>
                  <a:pt x="564946" y="607314"/>
                </a:lnTo>
                <a:lnTo>
                  <a:pt x="590359" y="656056"/>
                </a:lnTo>
                <a:lnTo>
                  <a:pt x="611771" y="706551"/>
                </a:lnTo>
                <a:lnTo>
                  <a:pt x="628942" y="758825"/>
                </a:lnTo>
                <a:lnTo>
                  <a:pt x="635838" y="783983"/>
                </a:lnTo>
                <a:lnTo>
                  <a:pt x="642835" y="809167"/>
                </a:lnTo>
                <a:lnTo>
                  <a:pt x="650595" y="834148"/>
                </a:lnTo>
                <a:lnTo>
                  <a:pt x="659765" y="858647"/>
                </a:lnTo>
                <a:lnTo>
                  <a:pt x="659866" y="859155"/>
                </a:lnTo>
                <a:lnTo>
                  <a:pt x="659866" y="840917"/>
                </a:lnTo>
                <a:lnTo>
                  <a:pt x="653516" y="821855"/>
                </a:lnTo>
                <a:lnTo>
                  <a:pt x="647001" y="801052"/>
                </a:lnTo>
                <a:lnTo>
                  <a:pt x="631723" y="746887"/>
                </a:lnTo>
                <a:lnTo>
                  <a:pt x="608152" y="681837"/>
                </a:lnTo>
                <a:lnTo>
                  <a:pt x="572414" y="607872"/>
                </a:lnTo>
                <a:lnTo>
                  <a:pt x="547941" y="567397"/>
                </a:lnTo>
                <a:lnTo>
                  <a:pt x="521233" y="528370"/>
                </a:lnTo>
                <a:lnTo>
                  <a:pt x="492772" y="490474"/>
                </a:lnTo>
                <a:lnTo>
                  <a:pt x="451637" y="439394"/>
                </a:lnTo>
                <a:lnTo>
                  <a:pt x="409473" y="389255"/>
                </a:lnTo>
                <a:lnTo>
                  <a:pt x="380441" y="352539"/>
                </a:lnTo>
                <a:lnTo>
                  <a:pt x="354253" y="313944"/>
                </a:lnTo>
                <a:lnTo>
                  <a:pt x="330860" y="274193"/>
                </a:lnTo>
                <a:lnTo>
                  <a:pt x="309664" y="232968"/>
                </a:lnTo>
                <a:lnTo>
                  <a:pt x="290423" y="190627"/>
                </a:lnTo>
                <a:lnTo>
                  <a:pt x="285305" y="178663"/>
                </a:lnTo>
                <a:lnTo>
                  <a:pt x="280022" y="166649"/>
                </a:lnTo>
                <a:lnTo>
                  <a:pt x="274650" y="154647"/>
                </a:lnTo>
                <a:lnTo>
                  <a:pt x="270738" y="146062"/>
                </a:lnTo>
                <a:lnTo>
                  <a:pt x="308952" y="164299"/>
                </a:lnTo>
                <a:lnTo>
                  <a:pt x="397598" y="204889"/>
                </a:lnTo>
                <a:lnTo>
                  <a:pt x="440245" y="226923"/>
                </a:lnTo>
                <a:lnTo>
                  <a:pt x="481698" y="250698"/>
                </a:lnTo>
                <a:lnTo>
                  <a:pt x="521982" y="276174"/>
                </a:lnTo>
                <a:lnTo>
                  <a:pt x="561174" y="303276"/>
                </a:lnTo>
                <a:lnTo>
                  <a:pt x="599325" y="331952"/>
                </a:lnTo>
                <a:lnTo>
                  <a:pt x="636485" y="362140"/>
                </a:lnTo>
                <a:lnTo>
                  <a:pt x="672719" y="393801"/>
                </a:lnTo>
                <a:lnTo>
                  <a:pt x="708075" y="426847"/>
                </a:lnTo>
                <a:lnTo>
                  <a:pt x="810920" y="524802"/>
                </a:lnTo>
                <a:lnTo>
                  <a:pt x="845591" y="557225"/>
                </a:lnTo>
                <a:lnTo>
                  <a:pt x="880592" y="589457"/>
                </a:lnTo>
                <a:lnTo>
                  <a:pt x="939787" y="643039"/>
                </a:lnTo>
                <a:lnTo>
                  <a:pt x="990206" y="684123"/>
                </a:lnTo>
                <a:lnTo>
                  <a:pt x="1059002" y="733336"/>
                </a:lnTo>
                <a:lnTo>
                  <a:pt x="1104620" y="757974"/>
                </a:lnTo>
                <a:lnTo>
                  <a:pt x="1152334" y="778281"/>
                </a:lnTo>
                <a:lnTo>
                  <a:pt x="1201839" y="794512"/>
                </a:lnTo>
                <a:lnTo>
                  <a:pt x="1240332" y="805764"/>
                </a:lnTo>
                <a:lnTo>
                  <a:pt x="1281798" y="816635"/>
                </a:lnTo>
                <a:lnTo>
                  <a:pt x="1395996" y="844524"/>
                </a:lnTo>
                <a:lnTo>
                  <a:pt x="1452422" y="854824"/>
                </a:lnTo>
                <a:lnTo>
                  <a:pt x="1487131" y="858278"/>
                </a:lnTo>
                <a:lnTo>
                  <a:pt x="1493380" y="858215"/>
                </a:lnTo>
                <a:lnTo>
                  <a:pt x="1499552" y="856703"/>
                </a:lnTo>
                <a:lnTo>
                  <a:pt x="1505623" y="853059"/>
                </a:lnTo>
                <a:close/>
              </a:path>
            </a:pathLst>
          </a:custGeom>
          <a:solidFill>
            <a:srgbClr val="4E7051"/>
          </a:solidFill>
        </p:spPr>
        <p:txBody>
          <a:bodyPr wrap="square" lIns="0" tIns="0" rIns="0" bIns="0" rtlCol="0"/>
          <a:lstStyle/>
          <a:p>
            <a:endParaRPr/>
          </a:p>
        </p:txBody>
      </p:sp>
    </p:spTree>
  </p:cSld>
  <p:clrMapOvr>
    <a:masterClrMapping/>
  </p:clrMapOvr>
  <p:transition>
    <p:dissolv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5" name="object 15"/>
          <p:cNvSpPr txBox="1">
            <a:spLocks noGrp="1"/>
          </p:cNvSpPr>
          <p:nvPr>
            <p:ph type="title"/>
          </p:nvPr>
        </p:nvSpPr>
        <p:spPr>
          <a:xfrm>
            <a:off x="3009332" y="4928180"/>
            <a:ext cx="2640841" cy="1286354"/>
          </a:xfrm>
          <a:prstGeom prst="rect">
            <a:avLst/>
          </a:prstGeom>
        </p:spPr>
        <p:txBody>
          <a:bodyPr vert="horz" lIns="91440" tIns="45720" rIns="91440" bIns="45720" rtlCol="0" anchor="ctr">
            <a:normAutofit/>
          </a:bodyPr>
          <a:lstStyle/>
          <a:p>
            <a:pPr marL="12700" algn="r">
              <a:lnSpc>
                <a:spcPct val="90000"/>
              </a:lnSpc>
            </a:pPr>
            <a:r>
              <a:rPr lang="en-US" sz="3300" kern="1200" spc="355" dirty="0">
                <a:solidFill>
                  <a:schemeClr val="tx1"/>
                </a:solidFill>
                <a:latin typeface="+mj-lt"/>
                <a:ea typeface="+mj-ea"/>
                <a:cs typeface="+mj-cs"/>
              </a:rPr>
              <a:t>Mission</a:t>
            </a:r>
            <a:r>
              <a:rPr lang="en-US" sz="3300" kern="1200" spc="85" dirty="0">
                <a:solidFill>
                  <a:schemeClr val="tx1"/>
                </a:solidFill>
                <a:latin typeface="+mj-lt"/>
                <a:ea typeface="+mj-ea"/>
                <a:cs typeface="+mj-cs"/>
              </a:rPr>
              <a:t> </a:t>
            </a:r>
            <a:r>
              <a:rPr lang="en-US" sz="3300" kern="1200" spc="434" dirty="0">
                <a:solidFill>
                  <a:schemeClr val="tx1"/>
                </a:solidFill>
                <a:latin typeface="+mj-lt"/>
                <a:ea typeface="+mj-ea"/>
                <a:cs typeface="+mj-cs"/>
              </a:rPr>
              <a:t>Statement</a:t>
            </a:r>
          </a:p>
        </p:txBody>
      </p:sp>
      <p:sp>
        <p:nvSpPr>
          <p:cNvPr id="25" name="Rectangle 24">
            <a:extLst>
              <a:ext uri="{FF2B5EF4-FFF2-40B4-BE49-F238E27FC236}">
                <a16:creationId xmlns="" xmlns:a16="http://schemas.microsoft.com/office/drawing/2014/main" id="{8DF8AE6E-38CD-4B2A-8E02-F099DD30EF4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72594" y="629042"/>
            <a:ext cx="912912" cy="85953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object 18"/>
          <p:cNvPicPr/>
          <p:nvPr/>
        </p:nvPicPr>
        <p:blipFill>
          <a:blip r:embed="rId2" cstate="print"/>
          <a:stretch>
            <a:fillRect/>
          </a:stretch>
        </p:blipFill>
        <p:spPr>
          <a:xfrm>
            <a:off x="681266" y="742789"/>
            <a:ext cx="469979" cy="632042"/>
          </a:xfrm>
          <a:prstGeom prst="rect">
            <a:avLst/>
          </a:prstGeom>
        </p:spPr>
      </p:pic>
      <p:sp>
        <p:nvSpPr>
          <p:cNvPr id="27" name="Right Triangle 26">
            <a:extLst>
              <a:ext uri="{FF2B5EF4-FFF2-40B4-BE49-F238E27FC236}">
                <a16:creationId xmlns="" xmlns:a16="http://schemas.microsoft.com/office/drawing/2014/main" id="{23293907-0F26-4752-BCD0-3AC2C502638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1373798" y="635538"/>
            <a:ext cx="510306" cy="849747"/>
          </a:xfrm>
          <a:prstGeom prst="rtTriangl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Rectangle 28">
            <a:extLst>
              <a:ext uri="{FF2B5EF4-FFF2-40B4-BE49-F238E27FC236}">
                <a16:creationId xmlns="" xmlns:a16="http://schemas.microsoft.com/office/drawing/2014/main" id="{1E32D174-F8A9-4FF0-8888-1B4F5E184961}"/>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5658052" y="621519"/>
            <a:ext cx="3024378" cy="220370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 xmlns:a16="http://schemas.microsoft.com/office/drawing/2014/main" id="{769201C5-687E-46FB-BA72-23BA40BFEE1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74830" y="2848090"/>
            <a:ext cx="1754306" cy="34160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 xmlns:a16="http://schemas.microsoft.com/office/drawing/2014/main" id="{339141A8-FDFD-4ABE-A499-72C9669F4BE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6200000" flipH="1">
            <a:off x="664157" y="1286480"/>
            <a:ext cx="1371600" cy="1767583"/>
          </a:xfrm>
          <a:custGeom>
            <a:avLst/>
            <a:gdLst>
              <a:gd name="connsiteX0" fmla="*/ 0 w 1371600"/>
              <a:gd name="connsiteY0" fmla="*/ 0 h 2356777"/>
              <a:gd name="connsiteX1" fmla="*/ 0 w 1371600"/>
              <a:gd name="connsiteY1" fmla="*/ 1216152 h 2356777"/>
              <a:gd name="connsiteX2" fmla="*/ 4495 w 1371600"/>
              <a:gd name="connsiteY2" fmla="*/ 1216152 h 2356777"/>
              <a:gd name="connsiteX3" fmla="*/ 4495 w 1371600"/>
              <a:gd name="connsiteY3" fmla="*/ 2356777 h 2356777"/>
              <a:gd name="connsiteX4" fmla="*/ 1367105 w 1371600"/>
              <a:gd name="connsiteY4" fmla="*/ 2356777 h 2356777"/>
              <a:gd name="connsiteX5" fmla="*/ 1367105 w 1371600"/>
              <a:gd name="connsiteY5" fmla="*/ 1216152 h 2356777"/>
              <a:gd name="connsiteX6" fmla="*/ 1371600 w 1371600"/>
              <a:gd name="connsiteY6" fmla="*/ 1216152 h 2356777"/>
              <a:gd name="connsiteX7" fmla="*/ 1367105 w 1371600"/>
              <a:gd name="connsiteY7" fmla="*/ 1212166 h 2356777"/>
              <a:gd name="connsiteX8" fmla="*/ 1367105 w 1371600"/>
              <a:gd name="connsiteY8" fmla="*/ 1210176 h 2356777"/>
              <a:gd name="connsiteX9" fmla="*/ 1364860 w 1371600"/>
              <a:gd name="connsiteY9" fmla="*/ 1210176 h 2356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1600" h="2356777">
                <a:moveTo>
                  <a:pt x="0" y="0"/>
                </a:moveTo>
                <a:lnTo>
                  <a:pt x="0" y="1216152"/>
                </a:lnTo>
                <a:lnTo>
                  <a:pt x="4495" y="1216152"/>
                </a:lnTo>
                <a:lnTo>
                  <a:pt x="4495" y="2356777"/>
                </a:lnTo>
                <a:lnTo>
                  <a:pt x="1367105" y="2356777"/>
                </a:lnTo>
                <a:lnTo>
                  <a:pt x="1367105" y="1216152"/>
                </a:lnTo>
                <a:lnTo>
                  <a:pt x="1371600" y="1216152"/>
                </a:lnTo>
                <a:lnTo>
                  <a:pt x="1367105" y="1212166"/>
                </a:lnTo>
                <a:lnTo>
                  <a:pt x="1367105" y="1210176"/>
                </a:lnTo>
                <a:lnTo>
                  <a:pt x="1364860" y="1210176"/>
                </a:ln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Rectangle 34">
            <a:extLst>
              <a:ext uri="{FF2B5EF4-FFF2-40B4-BE49-F238E27FC236}">
                <a16:creationId xmlns="" xmlns:a16="http://schemas.microsoft.com/office/drawing/2014/main" id="{8A439E11-755A-4258-859D-56A6B6AFCB6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2233779" y="1485831"/>
            <a:ext cx="1493203" cy="1371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ight Triangle 36">
            <a:extLst>
              <a:ext uri="{FF2B5EF4-FFF2-40B4-BE49-F238E27FC236}">
                <a16:creationId xmlns="" xmlns:a16="http://schemas.microsoft.com/office/drawing/2014/main" id="{E916EF49-F958-4F28-A999-F8FA8D09AF8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5405121" y="2437565"/>
            <a:ext cx="244200" cy="406635"/>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Right Triangle 38">
            <a:extLst>
              <a:ext uri="{FF2B5EF4-FFF2-40B4-BE49-F238E27FC236}">
                <a16:creationId xmlns="" xmlns:a16="http://schemas.microsoft.com/office/drawing/2014/main" id="{A7665D74-DFEA-412C-928C-F090E67084F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6200000" flipH="1">
            <a:off x="1702799" y="3379588"/>
            <a:ext cx="1881096" cy="819195"/>
          </a:xfrm>
          <a:prstGeom prst="rtTriangl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 name="Rectangle 40">
            <a:extLst>
              <a:ext uri="{FF2B5EF4-FFF2-40B4-BE49-F238E27FC236}">
                <a16:creationId xmlns="" xmlns:a16="http://schemas.microsoft.com/office/drawing/2014/main" id="{3E84BD56-679D-4E0C-9C9B-D694ABF0737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3054425" y="2843319"/>
            <a:ext cx="2606040" cy="188366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ight Triangle 42">
            <a:extLst>
              <a:ext uri="{FF2B5EF4-FFF2-40B4-BE49-F238E27FC236}">
                <a16:creationId xmlns="" xmlns:a16="http://schemas.microsoft.com/office/drawing/2014/main" id="{2335FEDF-EF88-4E68-9CF7-5A72EF32AFC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3720326" y="1488222"/>
            <a:ext cx="819195" cy="1364098"/>
          </a:xfrm>
          <a:prstGeom prst="rtTriangl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9" name="Picture 18">
            <a:extLst>
              <a:ext uri="{FF2B5EF4-FFF2-40B4-BE49-F238E27FC236}">
                <a16:creationId xmlns="" xmlns:a16="http://schemas.microsoft.com/office/drawing/2014/main" id="{D80208B6-5755-B873-DFBE-CB3840107A98}"/>
              </a:ext>
            </a:extLst>
          </p:cNvPr>
          <p:cNvPicPr>
            <a:picLocks noChangeAspect="1"/>
          </p:cNvPicPr>
          <p:nvPr/>
        </p:nvPicPr>
        <p:blipFill>
          <a:blip r:embed="rId3" cstate="print"/>
          <a:stretch>
            <a:fillRect/>
          </a:stretch>
        </p:blipFill>
        <p:spPr>
          <a:xfrm>
            <a:off x="5792690" y="957978"/>
            <a:ext cx="2733548" cy="1530786"/>
          </a:xfrm>
          <a:prstGeom prst="rect">
            <a:avLst/>
          </a:prstGeom>
        </p:spPr>
      </p:pic>
      <p:pic>
        <p:nvPicPr>
          <p:cNvPr id="16" name="Picture 15">
            <a:extLst>
              <a:ext uri="{FF2B5EF4-FFF2-40B4-BE49-F238E27FC236}">
                <a16:creationId xmlns="" xmlns:a16="http://schemas.microsoft.com/office/drawing/2014/main" id="{FFF48A90-0683-6C4A-A442-318692646E38}"/>
              </a:ext>
            </a:extLst>
          </p:cNvPr>
          <p:cNvPicPr>
            <a:picLocks noChangeAspect="1"/>
          </p:cNvPicPr>
          <p:nvPr/>
        </p:nvPicPr>
        <p:blipFill>
          <a:blip r:embed="rId4" cstate="print"/>
          <a:stretch>
            <a:fillRect/>
          </a:stretch>
        </p:blipFill>
        <p:spPr>
          <a:xfrm>
            <a:off x="3214047" y="3000384"/>
            <a:ext cx="2286795" cy="1569534"/>
          </a:xfrm>
          <a:prstGeom prst="rect">
            <a:avLst/>
          </a:prstGeom>
        </p:spPr>
      </p:pic>
      <p:sp>
        <p:nvSpPr>
          <p:cNvPr id="45" name="Right Triangle 44">
            <a:extLst>
              <a:ext uri="{FF2B5EF4-FFF2-40B4-BE49-F238E27FC236}">
                <a16:creationId xmlns="" xmlns:a16="http://schemas.microsoft.com/office/drawing/2014/main" id="{837A7BE2-DF08-4ECE-A520-13927DBF4C5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5400000">
            <a:off x="1900281" y="5087080"/>
            <a:ext cx="1495517" cy="837806"/>
          </a:xfrm>
          <a:prstGeom prst="rtTriangle">
            <a:avLst/>
          </a:prstGeom>
          <a:solidFill>
            <a:schemeClr val="accent3">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TextBox 19">
            <a:extLst>
              <a:ext uri="{FF2B5EF4-FFF2-40B4-BE49-F238E27FC236}">
                <a16:creationId xmlns="" xmlns:a16="http://schemas.microsoft.com/office/drawing/2014/main" id="{1F7DC9D3-EBE1-530F-C05B-C06EC23870E4}"/>
              </a:ext>
            </a:extLst>
          </p:cNvPr>
          <p:cNvSpPr txBox="1"/>
          <p:nvPr/>
        </p:nvSpPr>
        <p:spPr>
          <a:xfrm>
            <a:off x="5891472" y="3153048"/>
            <a:ext cx="2779933" cy="3061485"/>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1600" dirty="0"/>
              <a:t>So our mission is to restore the fertility of land and development by providing eco friendly hydroseeding solutions the deliver lush sustainable vegetation quickly and cost effectively. Innovation integrity and a commitment to environment we came to enhance the fertility, high yield of crops and improvement in rural community</a:t>
            </a:r>
          </a:p>
        </p:txBody>
      </p:sp>
      <p:sp>
        <p:nvSpPr>
          <p:cNvPr id="2" name="object 2"/>
          <p:cNvSpPr/>
          <p:nvPr/>
        </p:nvSpPr>
        <p:spPr>
          <a:xfrm>
            <a:off x="0" y="5930901"/>
            <a:ext cx="1113790" cy="927100"/>
          </a:xfrm>
          <a:custGeom>
            <a:avLst/>
            <a:gdLst/>
            <a:ahLst/>
            <a:cxnLst/>
            <a:rect l="l" t="t" r="r" b="b"/>
            <a:pathLst>
              <a:path w="1113790" h="695325">
                <a:moveTo>
                  <a:pt x="392899" y="0"/>
                </a:moveTo>
                <a:lnTo>
                  <a:pt x="388899" y="0"/>
                </a:lnTo>
                <a:lnTo>
                  <a:pt x="336795" y="2487"/>
                </a:lnTo>
                <a:lnTo>
                  <a:pt x="285129" y="9851"/>
                </a:lnTo>
                <a:lnTo>
                  <a:pt x="234338" y="21942"/>
                </a:lnTo>
                <a:lnTo>
                  <a:pt x="184859" y="38612"/>
                </a:lnTo>
                <a:lnTo>
                  <a:pt x="137125" y="59714"/>
                </a:lnTo>
                <a:lnTo>
                  <a:pt x="91575" y="85098"/>
                </a:lnTo>
                <a:lnTo>
                  <a:pt x="48644" y="114616"/>
                </a:lnTo>
                <a:lnTo>
                  <a:pt x="8769" y="148120"/>
                </a:lnTo>
                <a:lnTo>
                  <a:pt x="0" y="688821"/>
                </a:lnTo>
                <a:lnTo>
                  <a:pt x="2389" y="691474"/>
                </a:lnTo>
                <a:lnTo>
                  <a:pt x="8247" y="694711"/>
                </a:lnTo>
                <a:lnTo>
                  <a:pt x="10137" y="695325"/>
                </a:lnTo>
                <a:lnTo>
                  <a:pt x="1002300" y="695325"/>
                </a:lnTo>
                <a:lnTo>
                  <a:pt x="1007668" y="689469"/>
                </a:lnTo>
                <a:lnTo>
                  <a:pt x="1019670" y="675065"/>
                </a:lnTo>
                <a:lnTo>
                  <a:pt x="1040570" y="652111"/>
                </a:lnTo>
                <a:lnTo>
                  <a:pt x="1081981" y="606407"/>
                </a:lnTo>
                <a:lnTo>
                  <a:pt x="1111428" y="540214"/>
                </a:lnTo>
                <a:lnTo>
                  <a:pt x="1113172" y="497878"/>
                </a:lnTo>
                <a:lnTo>
                  <a:pt x="1105141" y="455741"/>
                </a:lnTo>
                <a:lnTo>
                  <a:pt x="1088834" y="416077"/>
                </a:lnTo>
                <a:lnTo>
                  <a:pt x="1066524" y="379709"/>
                </a:lnTo>
                <a:lnTo>
                  <a:pt x="1039736" y="346313"/>
                </a:lnTo>
                <a:lnTo>
                  <a:pt x="1009956" y="315293"/>
                </a:lnTo>
                <a:lnTo>
                  <a:pt x="978674" y="286054"/>
                </a:lnTo>
                <a:lnTo>
                  <a:pt x="937557" y="249513"/>
                </a:lnTo>
                <a:lnTo>
                  <a:pt x="895491" y="214103"/>
                </a:lnTo>
                <a:lnTo>
                  <a:pt x="852328" y="180160"/>
                </a:lnTo>
                <a:lnTo>
                  <a:pt x="807920" y="148019"/>
                </a:lnTo>
                <a:lnTo>
                  <a:pt x="762120" y="118017"/>
                </a:lnTo>
                <a:lnTo>
                  <a:pt x="714781" y="90487"/>
                </a:lnTo>
                <a:lnTo>
                  <a:pt x="672653" y="69152"/>
                </a:lnTo>
                <a:lnTo>
                  <a:pt x="629372" y="50162"/>
                </a:lnTo>
                <a:lnTo>
                  <a:pt x="585087" y="33795"/>
                </a:lnTo>
                <a:lnTo>
                  <a:pt x="539946" y="20330"/>
                </a:lnTo>
                <a:lnTo>
                  <a:pt x="494098" y="10046"/>
                </a:lnTo>
                <a:lnTo>
                  <a:pt x="447691" y="3223"/>
                </a:lnTo>
                <a:lnTo>
                  <a:pt x="400875" y="139"/>
                </a:lnTo>
                <a:lnTo>
                  <a:pt x="396874" y="38"/>
                </a:lnTo>
                <a:lnTo>
                  <a:pt x="392899" y="0"/>
                </a:lnTo>
                <a:close/>
              </a:path>
            </a:pathLst>
          </a:custGeom>
          <a:solidFill>
            <a:srgbClr val="B5C396"/>
          </a:solidFill>
        </p:spPr>
        <p:txBody>
          <a:bodyPr wrap="square" lIns="0" tIns="0" rIns="0" bIns="0" rtlCol="0"/>
          <a:lstStyle/>
          <a:p>
            <a:endParaRPr/>
          </a:p>
        </p:txBody>
      </p:sp>
      <p:sp>
        <p:nvSpPr>
          <p:cNvPr id="17" name="object 17"/>
          <p:cNvSpPr/>
          <p:nvPr/>
        </p:nvSpPr>
        <p:spPr>
          <a:xfrm>
            <a:off x="168617" y="0"/>
            <a:ext cx="1506220" cy="1168400"/>
          </a:xfrm>
          <a:custGeom>
            <a:avLst/>
            <a:gdLst/>
            <a:ahLst/>
            <a:cxnLst/>
            <a:rect l="l" t="t" r="r" b="b"/>
            <a:pathLst>
              <a:path w="1506220" h="876300">
                <a:moveTo>
                  <a:pt x="1323759" y="779780"/>
                </a:moveTo>
                <a:lnTo>
                  <a:pt x="1317358" y="776439"/>
                </a:lnTo>
                <a:lnTo>
                  <a:pt x="1318298" y="777113"/>
                </a:lnTo>
                <a:lnTo>
                  <a:pt x="1323759" y="779780"/>
                </a:lnTo>
                <a:close/>
              </a:path>
              <a:path w="1506220" h="876300">
                <a:moveTo>
                  <a:pt x="1505623" y="853059"/>
                </a:moveTo>
                <a:lnTo>
                  <a:pt x="1505407" y="849376"/>
                </a:lnTo>
                <a:lnTo>
                  <a:pt x="1504988" y="841756"/>
                </a:lnTo>
                <a:lnTo>
                  <a:pt x="1495717" y="839343"/>
                </a:lnTo>
                <a:lnTo>
                  <a:pt x="1488986" y="836168"/>
                </a:lnTo>
                <a:lnTo>
                  <a:pt x="1486192" y="834720"/>
                </a:lnTo>
                <a:lnTo>
                  <a:pt x="1486192" y="846709"/>
                </a:lnTo>
                <a:lnTo>
                  <a:pt x="1485557" y="848995"/>
                </a:lnTo>
                <a:lnTo>
                  <a:pt x="1476794" y="849122"/>
                </a:lnTo>
                <a:lnTo>
                  <a:pt x="1468158" y="849376"/>
                </a:lnTo>
                <a:lnTo>
                  <a:pt x="1460792" y="848614"/>
                </a:lnTo>
                <a:lnTo>
                  <a:pt x="1411833" y="838962"/>
                </a:lnTo>
                <a:lnTo>
                  <a:pt x="1396022" y="835152"/>
                </a:lnTo>
                <a:lnTo>
                  <a:pt x="1335074" y="821664"/>
                </a:lnTo>
                <a:lnTo>
                  <a:pt x="1274610" y="806831"/>
                </a:lnTo>
                <a:lnTo>
                  <a:pt x="1207846" y="784593"/>
                </a:lnTo>
                <a:lnTo>
                  <a:pt x="1171321" y="765911"/>
                </a:lnTo>
                <a:lnTo>
                  <a:pt x="1170635" y="765429"/>
                </a:lnTo>
                <a:lnTo>
                  <a:pt x="1148626" y="750049"/>
                </a:lnTo>
                <a:lnTo>
                  <a:pt x="1148626" y="765429"/>
                </a:lnTo>
                <a:lnTo>
                  <a:pt x="1140498" y="763270"/>
                </a:lnTo>
                <a:lnTo>
                  <a:pt x="1081138" y="735368"/>
                </a:lnTo>
                <a:lnTo>
                  <a:pt x="1025829" y="699262"/>
                </a:lnTo>
                <a:lnTo>
                  <a:pt x="994994" y="675830"/>
                </a:lnTo>
                <a:lnTo>
                  <a:pt x="964768" y="651852"/>
                </a:lnTo>
                <a:lnTo>
                  <a:pt x="935202" y="627138"/>
                </a:lnTo>
                <a:lnTo>
                  <a:pt x="906386" y="601472"/>
                </a:lnTo>
                <a:lnTo>
                  <a:pt x="867105" y="565391"/>
                </a:lnTo>
                <a:lnTo>
                  <a:pt x="789520" y="492569"/>
                </a:lnTo>
                <a:lnTo>
                  <a:pt x="673760" y="382905"/>
                </a:lnTo>
                <a:lnTo>
                  <a:pt x="639851" y="352196"/>
                </a:lnTo>
                <a:lnTo>
                  <a:pt x="604812" y="322783"/>
                </a:lnTo>
                <a:lnTo>
                  <a:pt x="568388" y="295033"/>
                </a:lnTo>
                <a:lnTo>
                  <a:pt x="530301" y="269278"/>
                </a:lnTo>
                <a:lnTo>
                  <a:pt x="490296" y="245872"/>
                </a:lnTo>
                <a:lnTo>
                  <a:pt x="452501" y="225234"/>
                </a:lnTo>
                <a:lnTo>
                  <a:pt x="413893" y="205447"/>
                </a:lnTo>
                <a:lnTo>
                  <a:pt x="335889" y="167386"/>
                </a:lnTo>
                <a:lnTo>
                  <a:pt x="331558" y="164973"/>
                </a:lnTo>
                <a:lnTo>
                  <a:pt x="327215" y="162687"/>
                </a:lnTo>
                <a:lnTo>
                  <a:pt x="321767" y="159893"/>
                </a:lnTo>
                <a:lnTo>
                  <a:pt x="327342" y="157734"/>
                </a:lnTo>
                <a:lnTo>
                  <a:pt x="527939" y="216446"/>
                </a:lnTo>
                <a:lnTo>
                  <a:pt x="567080" y="228612"/>
                </a:lnTo>
                <a:lnTo>
                  <a:pt x="605739" y="241808"/>
                </a:lnTo>
                <a:lnTo>
                  <a:pt x="651979" y="259549"/>
                </a:lnTo>
                <a:lnTo>
                  <a:pt x="696353" y="280555"/>
                </a:lnTo>
                <a:lnTo>
                  <a:pt x="738606" y="305269"/>
                </a:lnTo>
                <a:lnTo>
                  <a:pt x="778535" y="334073"/>
                </a:lnTo>
                <a:lnTo>
                  <a:pt x="815911" y="367411"/>
                </a:lnTo>
                <a:lnTo>
                  <a:pt x="859370" y="412991"/>
                </a:lnTo>
                <a:lnTo>
                  <a:pt x="900430" y="460756"/>
                </a:lnTo>
                <a:lnTo>
                  <a:pt x="927989" y="495731"/>
                </a:lnTo>
                <a:lnTo>
                  <a:pt x="954760" y="531431"/>
                </a:lnTo>
                <a:lnTo>
                  <a:pt x="1007732" y="603631"/>
                </a:lnTo>
                <a:lnTo>
                  <a:pt x="1051090" y="657910"/>
                </a:lnTo>
                <a:lnTo>
                  <a:pt x="1094689" y="711327"/>
                </a:lnTo>
                <a:lnTo>
                  <a:pt x="1134567" y="751852"/>
                </a:lnTo>
                <a:lnTo>
                  <a:pt x="1148626" y="765429"/>
                </a:lnTo>
                <a:lnTo>
                  <a:pt x="1148626" y="750049"/>
                </a:lnTo>
                <a:lnTo>
                  <a:pt x="1137704" y="742416"/>
                </a:lnTo>
                <a:lnTo>
                  <a:pt x="1107732" y="713613"/>
                </a:lnTo>
                <a:lnTo>
                  <a:pt x="1075296" y="675576"/>
                </a:lnTo>
                <a:lnTo>
                  <a:pt x="1059662" y="656539"/>
                </a:lnTo>
                <a:lnTo>
                  <a:pt x="1010399" y="592162"/>
                </a:lnTo>
                <a:lnTo>
                  <a:pt x="908024" y="455295"/>
                </a:lnTo>
                <a:lnTo>
                  <a:pt x="877062" y="416953"/>
                </a:lnTo>
                <a:lnTo>
                  <a:pt x="844042" y="381330"/>
                </a:lnTo>
                <a:lnTo>
                  <a:pt x="808901" y="348513"/>
                </a:lnTo>
                <a:lnTo>
                  <a:pt x="771563" y="318604"/>
                </a:lnTo>
                <a:lnTo>
                  <a:pt x="731964" y="291706"/>
                </a:lnTo>
                <a:lnTo>
                  <a:pt x="690041" y="267906"/>
                </a:lnTo>
                <a:lnTo>
                  <a:pt x="645706" y="247307"/>
                </a:lnTo>
                <a:lnTo>
                  <a:pt x="598919" y="229997"/>
                </a:lnTo>
                <a:lnTo>
                  <a:pt x="400265" y="168402"/>
                </a:lnTo>
                <a:lnTo>
                  <a:pt x="385762" y="163449"/>
                </a:lnTo>
                <a:lnTo>
                  <a:pt x="368909" y="157353"/>
                </a:lnTo>
                <a:lnTo>
                  <a:pt x="356831" y="152996"/>
                </a:lnTo>
                <a:lnTo>
                  <a:pt x="342353" y="147955"/>
                </a:lnTo>
                <a:lnTo>
                  <a:pt x="342646" y="147701"/>
                </a:lnTo>
                <a:lnTo>
                  <a:pt x="422198" y="160883"/>
                </a:lnTo>
                <a:lnTo>
                  <a:pt x="463651" y="168071"/>
                </a:lnTo>
                <a:lnTo>
                  <a:pt x="522732" y="180086"/>
                </a:lnTo>
                <a:lnTo>
                  <a:pt x="575132" y="192786"/>
                </a:lnTo>
                <a:lnTo>
                  <a:pt x="620039" y="205752"/>
                </a:lnTo>
                <a:lnTo>
                  <a:pt x="664298" y="220700"/>
                </a:lnTo>
                <a:lnTo>
                  <a:pt x="707834" y="237731"/>
                </a:lnTo>
                <a:lnTo>
                  <a:pt x="750544" y="256959"/>
                </a:lnTo>
                <a:lnTo>
                  <a:pt x="792365" y="278472"/>
                </a:lnTo>
                <a:lnTo>
                  <a:pt x="833221" y="302387"/>
                </a:lnTo>
                <a:lnTo>
                  <a:pt x="878522" y="334048"/>
                </a:lnTo>
                <a:lnTo>
                  <a:pt x="920178" y="369328"/>
                </a:lnTo>
                <a:lnTo>
                  <a:pt x="958583" y="407873"/>
                </a:lnTo>
                <a:lnTo>
                  <a:pt x="994117" y="449300"/>
                </a:lnTo>
                <a:lnTo>
                  <a:pt x="1027176" y="493268"/>
                </a:lnTo>
                <a:lnTo>
                  <a:pt x="1052322" y="527862"/>
                </a:lnTo>
                <a:lnTo>
                  <a:pt x="1077556" y="562127"/>
                </a:lnTo>
                <a:lnTo>
                  <a:pt x="1103376" y="595845"/>
                </a:lnTo>
                <a:lnTo>
                  <a:pt x="1130338" y="628777"/>
                </a:lnTo>
                <a:lnTo>
                  <a:pt x="1163904" y="665759"/>
                </a:lnTo>
                <a:lnTo>
                  <a:pt x="1200023" y="699579"/>
                </a:lnTo>
                <a:lnTo>
                  <a:pt x="1238694" y="730021"/>
                </a:lnTo>
                <a:lnTo>
                  <a:pt x="1279931" y="756831"/>
                </a:lnTo>
                <a:lnTo>
                  <a:pt x="1317358" y="776439"/>
                </a:lnTo>
                <a:lnTo>
                  <a:pt x="1313091" y="773303"/>
                </a:lnTo>
                <a:lnTo>
                  <a:pt x="1307884" y="769366"/>
                </a:lnTo>
                <a:lnTo>
                  <a:pt x="1264767" y="741921"/>
                </a:lnTo>
                <a:lnTo>
                  <a:pt x="1224407" y="711695"/>
                </a:lnTo>
                <a:lnTo>
                  <a:pt x="1186751" y="678738"/>
                </a:lnTo>
                <a:lnTo>
                  <a:pt x="1151724" y="643089"/>
                </a:lnTo>
                <a:lnTo>
                  <a:pt x="1119289" y="604774"/>
                </a:lnTo>
                <a:lnTo>
                  <a:pt x="1092771" y="570268"/>
                </a:lnTo>
                <a:lnTo>
                  <a:pt x="1067257" y="535432"/>
                </a:lnTo>
                <a:lnTo>
                  <a:pt x="1017117" y="465709"/>
                </a:lnTo>
                <a:lnTo>
                  <a:pt x="983462" y="422719"/>
                </a:lnTo>
                <a:lnTo>
                  <a:pt x="947039" y="383286"/>
                </a:lnTo>
                <a:lnTo>
                  <a:pt x="907910" y="347319"/>
                </a:lnTo>
                <a:lnTo>
                  <a:pt x="866114" y="314718"/>
                </a:lnTo>
                <a:lnTo>
                  <a:pt x="821690" y="285419"/>
                </a:lnTo>
                <a:lnTo>
                  <a:pt x="774712" y="259334"/>
                </a:lnTo>
                <a:lnTo>
                  <a:pt x="725220" y="236347"/>
                </a:lnTo>
                <a:lnTo>
                  <a:pt x="683666" y="220256"/>
                </a:lnTo>
                <a:lnTo>
                  <a:pt x="641769" y="205511"/>
                </a:lnTo>
                <a:lnTo>
                  <a:pt x="599503" y="192112"/>
                </a:lnTo>
                <a:lnTo>
                  <a:pt x="576110" y="185521"/>
                </a:lnTo>
                <a:lnTo>
                  <a:pt x="587578" y="187871"/>
                </a:lnTo>
                <a:lnTo>
                  <a:pt x="647839" y="201866"/>
                </a:lnTo>
                <a:lnTo>
                  <a:pt x="698804" y="215290"/>
                </a:lnTo>
                <a:lnTo>
                  <a:pt x="762012" y="233680"/>
                </a:lnTo>
                <a:lnTo>
                  <a:pt x="806030" y="249148"/>
                </a:lnTo>
                <a:lnTo>
                  <a:pt x="848601" y="267411"/>
                </a:lnTo>
                <a:lnTo>
                  <a:pt x="889571" y="288594"/>
                </a:lnTo>
                <a:lnTo>
                  <a:pt x="928751" y="312826"/>
                </a:lnTo>
                <a:lnTo>
                  <a:pt x="966012" y="340233"/>
                </a:lnTo>
                <a:lnTo>
                  <a:pt x="1007452" y="375627"/>
                </a:lnTo>
                <a:lnTo>
                  <a:pt x="1045743" y="413639"/>
                </a:lnTo>
                <a:lnTo>
                  <a:pt x="1081366" y="453758"/>
                </a:lnTo>
                <a:lnTo>
                  <a:pt x="1114844" y="495427"/>
                </a:lnTo>
                <a:lnTo>
                  <a:pt x="1139253" y="526376"/>
                </a:lnTo>
                <a:lnTo>
                  <a:pt x="1187894" y="588695"/>
                </a:lnTo>
                <a:lnTo>
                  <a:pt x="1212253" y="619633"/>
                </a:lnTo>
                <a:lnTo>
                  <a:pt x="1246784" y="659904"/>
                </a:lnTo>
                <a:lnTo>
                  <a:pt x="1282941" y="698284"/>
                </a:lnTo>
                <a:lnTo>
                  <a:pt x="1321092" y="734326"/>
                </a:lnTo>
                <a:lnTo>
                  <a:pt x="1361592" y="767600"/>
                </a:lnTo>
                <a:lnTo>
                  <a:pt x="1404785" y="797687"/>
                </a:lnTo>
                <a:lnTo>
                  <a:pt x="1444866" y="822921"/>
                </a:lnTo>
                <a:lnTo>
                  <a:pt x="1486192" y="846709"/>
                </a:lnTo>
                <a:lnTo>
                  <a:pt x="1486192" y="834720"/>
                </a:lnTo>
                <a:lnTo>
                  <a:pt x="1439672" y="810514"/>
                </a:lnTo>
                <a:lnTo>
                  <a:pt x="1393075" y="780859"/>
                </a:lnTo>
                <a:lnTo>
                  <a:pt x="1349413" y="747306"/>
                </a:lnTo>
                <a:lnTo>
                  <a:pt x="1308900" y="709930"/>
                </a:lnTo>
                <a:lnTo>
                  <a:pt x="1282052" y="682574"/>
                </a:lnTo>
                <a:lnTo>
                  <a:pt x="1256157" y="654405"/>
                </a:lnTo>
                <a:lnTo>
                  <a:pt x="1230884" y="625716"/>
                </a:lnTo>
                <a:lnTo>
                  <a:pt x="1205903" y="596773"/>
                </a:lnTo>
                <a:lnTo>
                  <a:pt x="1174686" y="558076"/>
                </a:lnTo>
                <a:lnTo>
                  <a:pt x="1113777" y="480136"/>
                </a:lnTo>
                <a:lnTo>
                  <a:pt x="1083043" y="442214"/>
                </a:lnTo>
                <a:lnTo>
                  <a:pt x="1051966" y="407162"/>
                </a:lnTo>
                <a:lnTo>
                  <a:pt x="1019086" y="374142"/>
                </a:lnTo>
                <a:lnTo>
                  <a:pt x="984300" y="343369"/>
                </a:lnTo>
                <a:lnTo>
                  <a:pt x="947508" y="315061"/>
                </a:lnTo>
                <a:lnTo>
                  <a:pt x="908621" y="289433"/>
                </a:lnTo>
                <a:lnTo>
                  <a:pt x="867549" y="266700"/>
                </a:lnTo>
                <a:lnTo>
                  <a:pt x="797928" y="236537"/>
                </a:lnTo>
                <a:lnTo>
                  <a:pt x="761834" y="224269"/>
                </a:lnTo>
                <a:lnTo>
                  <a:pt x="724966" y="213614"/>
                </a:lnTo>
                <a:lnTo>
                  <a:pt x="613219" y="185648"/>
                </a:lnTo>
                <a:lnTo>
                  <a:pt x="567639" y="174752"/>
                </a:lnTo>
                <a:lnTo>
                  <a:pt x="521843" y="164719"/>
                </a:lnTo>
                <a:lnTo>
                  <a:pt x="475678" y="156044"/>
                </a:lnTo>
                <a:lnTo>
                  <a:pt x="405688" y="144526"/>
                </a:lnTo>
                <a:lnTo>
                  <a:pt x="382778" y="140830"/>
                </a:lnTo>
                <a:lnTo>
                  <a:pt x="312166" y="128333"/>
                </a:lnTo>
                <a:lnTo>
                  <a:pt x="264045" y="118110"/>
                </a:lnTo>
                <a:lnTo>
                  <a:pt x="195795" y="98869"/>
                </a:lnTo>
                <a:lnTo>
                  <a:pt x="152349" y="82651"/>
                </a:lnTo>
                <a:lnTo>
                  <a:pt x="110096" y="62966"/>
                </a:lnTo>
                <a:lnTo>
                  <a:pt x="69240" y="39243"/>
                </a:lnTo>
                <a:lnTo>
                  <a:pt x="34074" y="15646"/>
                </a:lnTo>
                <a:lnTo>
                  <a:pt x="13716" y="0"/>
                </a:lnTo>
                <a:lnTo>
                  <a:pt x="0" y="0"/>
                </a:lnTo>
                <a:lnTo>
                  <a:pt x="37033" y="27876"/>
                </a:lnTo>
                <a:lnTo>
                  <a:pt x="80848" y="55930"/>
                </a:lnTo>
                <a:lnTo>
                  <a:pt x="126961" y="80746"/>
                </a:lnTo>
                <a:lnTo>
                  <a:pt x="220421" y="122008"/>
                </a:lnTo>
                <a:lnTo>
                  <a:pt x="263156" y="142430"/>
                </a:lnTo>
                <a:lnTo>
                  <a:pt x="268884" y="155155"/>
                </a:lnTo>
                <a:lnTo>
                  <a:pt x="279933" y="179603"/>
                </a:lnTo>
                <a:lnTo>
                  <a:pt x="290880" y="204076"/>
                </a:lnTo>
                <a:lnTo>
                  <a:pt x="313169" y="256895"/>
                </a:lnTo>
                <a:lnTo>
                  <a:pt x="336143" y="314109"/>
                </a:lnTo>
                <a:lnTo>
                  <a:pt x="351218" y="356450"/>
                </a:lnTo>
                <a:lnTo>
                  <a:pt x="361556" y="400431"/>
                </a:lnTo>
                <a:lnTo>
                  <a:pt x="371500" y="445668"/>
                </a:lnTo>
                <a:lnTo>
                  <a:pt x="383247" y="490474"/>
                </a:lnTo>
                <a:lnTo>
                  <a:pt x="397154" y="534162"/>
                </a:lnTo>
                <a:lnTo>
                  <a:pt x="413918" y="577113"/>
                </a:lnTo>
                <a:lnTo>
                  <a:pt x="433997" y="618998"/>
                </a:lnTo>
                <a:lnTo>
                  <a:pt x="456603" y="656501"/>
                </a:lnTo>
                <a:lnTo>
                  <a:pt x="482130" y="691794"/>
                </a:lnTo>
                <a:lnTo>
                  <a:pt x="510324" y="725106"/>
                </a:lnTo>
                <a:lnTo>
                  <a:pt x="540931" y="756666"/>
                </a:lnTo>
                <a:lnTo>
                  <a:pt x="598157" y="809879"/>
                </a:lnTo>
                <a:lnTo>
                  <a:pt x="616966" y="827786"/>
                </a:lnTo>
                <a:lnTo>
                  <a:pt x="626821" y="837450"/>
                </a:lnTo>
                <a:lnTo>
                  <a:pt x="636231" y="847318"/>
                </a:lnTo>
                <a:lnTo>
                  <a:pt x="646798" y="858774"/>
                </a:lnTo>
                <a:lnTo>
                  <a:pt x="654799" y="867410"/>
                </a:lnTo>
                <a:lnTo>
                  <a:pt x="658520" y="870966"/>
                </a:lnTo>
                <a:lnTo>
                  <a:pt x="661390" y="875792"/>
                </a:lnTo>
                <a:lnTo>
                  <a:pt x="669188" y="875157"/>
                </a:lnTo>
                <a:lnTo>
                  <a:pt x="668540" y="870966"/>
                </a:lnTo>
                <a:lnTo>
                  <a:pt x="668439" y="866775"/>
                </a:lnTo>
                <a:lnTo>
                  <a:pt x="667004" y="862330"/>
                </a:lnTo>
                <a:lnTo>
                  <a:pt x="659866" y="840917"/>
                </a:lnTo>
                <a:lnTo>
                  <a:pt x="659866" y="859155"/>
                </a:lnTo>
                <a:lnTo>
                  <a:pt x="659561" y="860806"/>
                </a:lnTo>
                <a:lnTo>
                  <a:pt x="659803" y="862330"/>
                </a:lnTo>
                <a:lnTo>
                  <a:pt x="657339" y="860044"/>
                </a:lnTo>
                <a:lnTo>
                  <a:pt x="655574" y="858774"/>
                </a:lnTo>
                <a:lnTo>
                  <a:pt x="653681" y="856996"/>
                </a:lnTo>
                <a:lnTo>
                  <a:pt x="639584" y="841794"/>
                </a:lnTo>
                <a:lnTo>
                  <a:pt x="632358" y="834351"/>
                </a:lnTo>
                <a:lnTo>
                  <a:pt x="602272" y="805827"/>
                </a:lnTo>
                <a:lnTo>
                  <a:pt x="557187" y="763651"/>
                </a:lnTo>
                <a:lnTo>
                  <a:pt x="535012" y="742315"/>
                </a:lnTo>
                <a:lnTo>
                  <a:pt x="500456" y="705269"/>
                </a:lnTo>
                <a:lnTo>
                  <a:pt x="470090" y="665784"/>
                </a:lnTo>
                <a:lnTo>
                  <a:pt x="443776" y="623989"/>
                </a:lnTo>
                <a:lnTo>
                  <a:pt x="421335" y="579970"/>
                </a:lnTo>
                <a:lnTo>
                  <a:pt x="402615" y="533819"/>
                </a:lnTo>
                <a:lnTo>
                  <a:pt x="387464" y="485648"/>
                </a:lnTo>
                <a:lnTo>
                  <a:pt x="377698" y="447586"/>
                </a:lnTo>
                <a:lnTo>
                  <a:pt x="368630" y="408940"/>
                </a:lnTo>
                <a:lnTo>
                  <a:pt x="359283" y="365379"/>
                </a:lnTo>
                <a:lnTo>
                  <a:pt x="370979" y="386334"/>
                </a:lnTo>
                <a:lnTo>
                  <a:pt x="382384" y="407504"/>
                </a:lnTo>
                <a:lnTo>
                  <a:pt x="393687" y="428701"/>
                </a:lnTo>
                <a:lnTo>
                  <a:pt x="405117" y="449707"/>
                </a:lnTo>
                <a:lnTo>
                  <a:pt x="428675" y="491921"/>
                </a:lnTo>
                <a:lnTo>
                  <a:pt x="453085" y="533819"/>
                </a:lnTo>
                <a:lnTo>
                  <a:pt x="515581" y="635901"/>
                </a:lnTo>
                <a:lnTo>
                  <a:pt x="541489" y="676071"/>
                </a:lnTo>
                <a:lnTo>
                  <a:pt x="555282" y="695833"/>
                </a:lnTo>
                <a:lnTo>
                  <a:pt x="554342" y="693293"/>
                </a:lnTo>
                <a:lnTo>
                  <a:pt x="552983" y="691388"/>
                </a:lnTo>
                <a:lnTo>
                  <a:pt x="552094" y="688848"/>
                </a:lnTo>
                <a:lnTo>
                  <a:pt x="532231" y="656031"/>
                </a:lnTo>
                <a:lnTo>
                  <a:pt x="504393" y="609841"/>
                </a:lnTo>
                <a:lnTo>
                  <a:pt x="480656" y="570204"/>
                </a:lnTo>
                <a:lnTo>
                  <a:pt x="457047" y="530491"/>
                </a:lnTo>
                <a:lnTo>
                  <a:pt x="433400" y="490296"/>
                </a:lnTo>
                <a:lnTo>
                  <a:pt x="410641" y="450100"/>
                </a:lnTo>
                <a:lnTo>
                  <a:pt x="388467" y="408940"/>
                </a:lnTo>
                <a:lnTo>
                  <a:pt x="367398" y="367220"/>
                </a:lnTo>
                <a:lnTo>
                  <a:pt x="366547" y="365379"/>
                </a:lnTo>
                <a:lnTo>
                  <a:pt x="347726" y="324866"/>
                </a:lnTo>
                <a:lnTo>
                  <a:pt x="344373" y="316992"/>
                </a:lnTo>
                <a:lnTo>
                  <a:pt x="342633" y="312547"/>
                </a:lnTo>
                <a:lnTo>
                  <a:pt x="345186" y="312166"/>
                </a:lnTo>
                <a:lnTo>
                  <a:pt x="345884" y="313055"/>
                </a:lnTo>
                <a:lnTo>
                  <a:pt x="347065" y="313944"/>
                </a:lnTo>
                <a:lnTo>
                  <a:pt x="367792" y="345249"/>
                </a:lnTo>
                <a:lnTo>
                  <a:pt x="389483" y="374269"/>
                </a:lnTo>
                <a:lnTo>
                  <a:pt x="412330" y="402437"/>
                </a:lnTo>
                <a:lnTo>
                  <a:pt x="435876" y="430149"/>
                </a:lnTo>
                <a:lnTo>
                  <a:pt x="462127" y="461581"/>
                </a:lnTo>
                <a:lnTo>
                  <a:pt x="487603" y="493776"/>
                </a:lnTo>
                <a:lnTo>
                  <a:pt x="512203" y="526732"/>
                </a:lnTo>
                <a:lnTo>
                  <a:pt x="535838" y="560451"/>
                </a:lnTo>
                <a:lnTo>
                  <a:pt x="564946" y="607314"/>
                </a:lnTo>
                <a:lnTo>
                  <a:pt x="590359" y="656056"/>
                </a:lnTo>
                <a:lnTo>
                  <a:pt x="611771" y="706551"/>
                </a:lnTo>
                <a:lnTo>
                  <a:pt x="628942" y="758825"/>
                </a:lnTo>
                <a:lnTo>
                  <a:pt x="635838" y="783983"/>
                </a:lnTo>
                <a:lnTo>
                  <a:pt x="642835" y="809167"/>
                </a:lnTo>
                <a:lnTo>
                  <a:pt x="650595" y="834148"/>
                </a:lnTo>
                <a:lnTo>
                  <a:pt x="659765" y="858647"/>
                </a:lnTo>
                <a:lnTo>
                  <a:pt x="659866" y="859155"/>
                </a:lnTo>
                <a:lnTo>
                  <a:pt x="659866" y="840917"/>
                </a:lnTo>
                <a:lnTo>
                  <a:pt x="653516" y="821855"/>
                </a:lnTo>
                <a:lnTo>
                  <a:pt x="647001" y="801052"/>
                </a:lnTo>
                <a:lnTo>
                  <a:pt x="631723" y="746887"/>
                </a:lnTo>
                <a:lnTo>
                  <a:pt x="608152" y="681837"/>
                </a:lnTo>
                <a:lnTo>
                  <a:pt x="572414" y="607872"/>
                </a:lnTo>
                <a:lnTo>
                  <a:pt x="547941" y="567397"/>
                </a:lnTo>
                <a:lnTo>
                  <a:pt x="521233" y="528370"/>
                </a:lnTo>
                <a:lnTo>
                  <a:pt x="492772" y="490474"/>
                </a:lnTo>
                <a:lnTo>
                  <a:pt x="451637" y="439394"/>
                </a:lnTo>
                <a:lnTo>
                  <a:pt x="409473" y="389255"/>
                </a:lnTo>
                <a:lnTo>
                  <a:pt x="380441" y="352539"/>
                </a:lnTo>
                <a:lnTo>
                  <a:pt x="354253" y="313944"/>
                </a:lnTo>
                <a:lnTo>
                  <a:pt x="330860" y="274193"/>
                </a:lnTo>
                <a:lnTo>
                  <a:pt x="309664" y="232968"/>
                </a:lnTo>
                <a:lnTo>
                  <a:pt x="290423" y="190627"/>
                </a:lnTo>
                <a:lnTo>
                  <a:pt x="285305" y="178663"/>
                </a:lnTo>
                <a:lnTo>
                  <a:pt x="280022" y="166649"/>
                </a:lnTo>
                <a:lnTo>
                  <a:pt x="274650" y="154647"/>
                </a:lnTo>
                <a:lnTo>
                  <a:pt x="270738" y="146062"/>
                </a:lnTo>
                <a:lnTo>
                  <a:pt x="308952" y="164299"/>
                </a:lnTo>
                <a:lnTo>
                  <a:pt x="397598" y="204889"/>
                </a:lnTo>
                <a:lnTo>
                  <a:pt x="440245" y="226923"/>
                </a:lnTo>
                <a:lnTo>
                  <a:pt x="481698" y="250698"/>
                </a:lnTo>
                <a:lnTo>
                  <a:pt x="521982" y="276174"/>
                </a:lnTo>
                <a:lnTo>
                  <a:pt x="561174" y="303276"/>
                </a:lnTo>
                <a:lnTo>
                  <a:pt x="599325" y="331952"/>
                </a:lnTo>
                <a:lnTo>
                  <a:pt x="636485" y="362140"/>
                </a:lnTo>
                <a:lnTo>
                  <a:pt x="672719" y="393801"/>
                </a:lnTo>
                <a:lnTo>
                  <a:pt x="708075" y="426847"/>
                </a:lnTo>
                <a:lnTo>
                  <a:pt x="810920" y="524802"/>
                </a:lnTo>
                <a:lnTo>
                  <a:pt x="845591" y="557225"/>
                </a:lnTo>
                <a:lnTo>
                  <a:pt x="880592" y="589457"/>
                </a:lnTo>
                <a:lnTo>
                  <a:pt x="939787" y="643039"/>
                </a:lnTo>
                <a:lnTo>
                  <a:pt x="990206" y="684123"/>
                </a:lnTo>
                <a:lnTo>
                  <a:pt x="1059002" y="733336"/>
                </a:lnTo>
                <a:lnTo>
                  <a:pt x="1104620" y="757974"/>
                </a:lnTo>
                <a:lnTo>
                  <a:pt x="1152334" y="778281"/>
                </a:lnTo>
                <a:lnTo>
                  <a:pt x="1201839" y="794512"/>
                </a:lnTo>
                <a:lnTo>
                  <a:pt x="1240332" y="805764"/>
                </a:lnTo>
                <a:lnTo>
                  <a:pt x="1281798" y="816635"/>
                </a:lnTo>
                <a:lnTo>
                  <a:pt x="1395996" y="844524"/>
                </a:lnTo>
                <a:lnTo>
                  <a:pt x="1452422" y="854824"/>
                </a:lnTo>
                <a:lnTo>
                  <a:pt x="1487131" y="858278"/>
                </a:lnTo>
                <a:lnTo>
                  <a:pt x="1493380" y="858215"/>
                </a:lnTo>
                <a:lnTo>
                  <a:pt x="1499552" y="856703"/>
                </a:lnTo>
                <a:lnTo>
                  <a:pt x="1505623" y="853059"/>
                </a:lnTo>
                <a:close/>
              </a:path>
            </a:pathLst>
          </a:custGeom>
          <a:solidFill>
            <a:srgbClr val="4E7051"/>
          </a:solidFill>
        </p:spPr>
        <p:txBody>
          <a:bodyPr wrap="square" lIns="0" tIns="0" rIns="0" bIns="0" rtlCol="0"/>
          <a:lstStyle/>
          <a:p>
            <a:endParaRPr/>
          </a:p>
        </p:txBody>
      </p:sp>
      <p:grpSp>
        <p:nvGrpSpPr>
          <p:cNvPr id="3" name="object 3"/>
          <p:cNvGrpSpPr/>
          <p:nvPr/>
        </p:nvGrpSpPr>
        <p:grpSpPr>
          <a:xfrm>
            <a:off x="589535" y="3502151"/>
            <a:ext cx="1524162" cy="2087108"/>
            <a:chOff x="0" y="0"/>
            <a:chExt cx="2209800" cy="2269490"/>
          </a:xfrm>
        </p:grpSpPr>
        <p:sp>
          <p:nvSpPr>
            <p:cNvPr id="4" name="object 4"/>
            <p:cNvSpPr/>
            <p:nvPr/>
          </p:nvSpPr>
          <p:spPr>
            <a:xfrm>
              <a:off x="0" y="0"/>
              <a:ext cx="2209800" cy="1326515"/>
            </a:xfrm>
            <a:custGeom>
              <a:avLst/>
              <a:gdLst/>
              <a:ahLst/>
              <a:cxnLst/>
              <a:rect l="l" t="t" r="r" b="b"/>
              <a:pathLst>
                <a:path w="2209800" h="1326515">
                  <a:moveTo>
                    <a:pt x="2106041" y="0"/>
                  </a:moveTo>
                  <a:lnTo>
                    <a:pt x="0" y="0"/>
                  </a:lnTo>
                  <a:lnTo>
                    <a:pt x="0" y="1208786"/>
                  </a:lnTo>
                  <a:lnTo>
                    <a:pt x="14360" y="1246576"/>
                  </a:lnTo>
                  <a:lnTo>
                    <a:pt x="75178" y="1278430"/>
                  </a:lnTo>
                  <a:lnTo>
                    <a:pt x="123923" y="1296294"/>
                  </a:lnTo>
                  <a:lnTo>
                    <a:pt x="173418" y="1309548"/>
                  </a:lnTo>
                  <a:lnTo>
                    <a:pt x="223583" y="1318625"/>
                  </a:lnTo>
                  <a:lnTo>
                    <a:pt x="274338" y="1323956"/>
                  </a:lnTo>
                  <a:lnTo>
                    <a:pt x="325604" y="1325977"/>
                  </a:lnTo>
                  <a:lnTo>
                    <a:pt x="377300" y="1325119"/>
                  </a:lnTo>
                  <a:lnTo>
                    <a:pt x="429348" y="1321815"/>
                  </a:lnTo>
                  <a:lnTo>
                    <a:pt x="479807" y="1315921"/>
                  </a:lnTo>
                  <a:lnTo>
                    <a:pt x="529860" y="1307893"/>
                  </a:lnTo>
                  <a:lnTo>
                    <a:pt x="579427" y="1297543"/>
                  </a:lnTo>
                  <a:lnTo>
                    <a:pt x="628430" y="1284684"/>
                  </a:lnTo>
                  <a:lnTo>
                    <a:pt x="676787" y="1269131"/>
                  </a:lnTo>
                  <a:lnTo>
                    <a:pt x="724420" y="1250696"/>
                  </a:lnTo>
                  <a:lnTo>
                    <a:pt x="771592" y="1227997"/>
                  </a:lnTo>
                  <a:lnTo>
                    <a:pt x="814838" y="1200599"/>
                  </a:lnTo>
                  <a:lnTo>
                    <a:pt x="853972" y="1168281"/>
                  </a:lnTo>
                  <a:lnTo>
                    <a:pt x="888809" y="1130824"/>
                  </a:lnTo>
                  <a:lnTo>
                    <a:pt x="919162" y="1088009"/>
                  </a:lnTo>
                  <a:lnTo>
                    <a:pt x="942354" y="1048700"/>
                  </a:lnTo>
                  <a:lnTo>
                    <a:pt x="988008" y="970083"/>
                  </a:lnTo>
                  <a:lnTo>
                    <a:pt x="1010678" y="930275"/>
                  </a:lnTo>
                  <a:lnTo>
                    <a:pt x="1037010" y="886424"/>
                  </a:lnTo>
                  <a:lnTo>
                    <a:pt x="1064671" y="844388"/>
                  </a:lnTo>
                  <a:lnTo>
                    <a:pt x="1093659" y="804169"/>
                  </a:lnTo>
                  <a:lnTo>
                    <a:pt x="1123973" y="765768"/>
                  </a:lnTo>
                  <a:lnTo>
                    <a:pt x="1155612" y="729187"/>
                  </a:lnTo>
                  <a:lnTo>
                    <a:pt x="1188576" y="694427"/>
                  </a:lnTo>
                  <a:lnTo>
                    <a:pt x="1222863" y="661490"/>
                  </a:lnTo>
                  <a:lnTo>
                    <a:pt x="1258471" y="630379"/>
                  </a:lnTo>
                  <a:lnTo>
                    <a:pt x="1295401" y="601093"/>
                  </a:lnTo>
                  <a:lnTo>
                    <a:pt x="1333650" y="573637"/>
                  </a:lnTo>
                  <a:lnTo>
                    <a:pt x="1373218" y="548009"/>
                  </a:lnTo>
                  <a:lnTo>
                    <a:pt x="1414104" y="524214"/>
                  </a:lnTo>
                  <a:lnTo>
                    <a:pt x="1456306" y="502251"/>
                  </a:lnTo>
                  <a:lnTo>
                    <a:pt x="1499824" y="482124"/>
                  </a:lnTo>
                  <a:lnTo>
                    <a:pt x="1544656" y="463833"/>
                  </a:lnTo>
                  <a:lnTo>
                    <a:pt x="1590801" y="447380"/>
                  </a:lnTo>
                  <a:lnTo>
                    <a:pt x="1638258" y="432766"/>
                  </a:lnTo>
                  <a:lnTo>
                    <a:pt x="1687027" y="419995"/>
                  </a:lnTo>
                  <a:lnTo>
                    <a:pt x="1737106" y="409066"/>
                  </a:lnTo>
                  <a:lnTo>
                    <a:pt x="1786825" y="400833"/>
                  </a:lnTo>
                  <a:lnTo>
                    <a:pt x="1836741" y="394251"/>
                  </a:lnTo>
                  <a:lnTo>
                    <a:pt x="1936961" y="382289"/>
                  </a:lnTo>
                  <a:lnTo>
                    <a:pt x="1987169" y="375030"/>
                  </a:lnTo>
                  <a:lnTo>
                    <a:pt x="2031490" y="364031"/>
                  </a:lnTo>
                  <a:lnTo>
                    <a:pt x="2073417" y="347138"/>
                  </a:lnTo>
                  <a:lnTo>
                    <a:pt x="2112416" y="324221"/>
                  </a:lnTo>
                  <a:lnTo>
                    <a:pt x="2147951" y="295148"/>
                  </a:lnTo>
                  <a:lnTo>
                    <a:pt x="2175938" y="263003"/>
                  </a:lnTo>
                  <a:lnTo>
                    <a:pt x="2195163" y="229441"/>
                  </a:lnTo>
                  <a:lnTo>
                    <a:pt x="2209800" y="160400"/>
                  </a:lnTo>
                  <a:lnTo>
                    <a:pt x="2205027" y="119437"/>
                  </a:lnTo>
                  <a:lnTo>
                    <a:pt x="2191432" y="79867"/>
                  </a:lnTo>
                  <a:lnTo>
                    <a:pt x="2170098" y="42654"/>
                  </a:lnTo>
                  <a:lnTo>
                    <a:pt x="2142109" y="8762"/>
                  </a:lnTo>
                  <a:lnTo>
                    <a:pt x="2115927" y="404"/>
                  </a:lnTo>
                  <a:lnTo>
                    <a:pt x="2106041" y="0"/>
                  </a:lnTo>
                  <a:close/>
                </a:path>
              </a:pathLst>
            </a:custGeom>
            <a:solidFill>
              <a:srgbClr val="B5C396"/>
            </a:solidFill>
          </p:spPr>
          <p:txBody>
            <a:bodyPr wrap="square" lIns="0" tIns="0" rIns="0" bIns="0" rtlCol="0"/>
            <a:lstStyle/>
            <a:p>
              <a:endParaRPr/>
            </a:p>
          </p:txBody>
        </p:sp>
        <p:sp>
          <p:nvSpPr>
            <p:cNvPr id="5" name="object 5"/>
            <p:cNvSpPr/>
            <p:nvPr/>
          </p:nvSpPr>
          <p:spPr>
            <a:xfrm>
              <a:off x="0" y="0"/>
              <a:ext cx="495300" cy="2269490"/>
            </a:xfrm>
            <a:custGeom>
              <a:avLst/>
              <a:gdLst/>
              <a:ahLst/>
              <a:cxnLst/>
              <a:rect l="l" t="t" r="r" b="b"/>
              <a:pathLst>
                <a:path w="495300" h="2269490">
                  <a:moveTo>
                    <a:pt x="477443" y="0"/>
                  </a:moveTo>
                  <a:lnTo>
                    <a:pt x="0" y="0"/>
                  </a:lnTo>
                  <a:lnTo>
                    <a:pt x="0" y="2268872"/>
                  </a:lnTo>
                  <a:lnTo>
                    <a:pt x="42210" y="2236968"/>
                  </a:lnTo>
                  <a:lnTo>
                    <a:pt x="79905" y="2205237"/>
                  </a:lnTo>
                  <a:lnTo>
                    <a:pt x="115405" y="2171438"/>
                  </a:lnTo>
                  <a:lnTo>
                    <a:pt x="148297" y="2135251"/>
                  </a:lnTo>
                  <a:lnTo>
                    <a:pt x="181947" y="2092302"/>
                  </a:lnTo>
                  <a:lnTo>
                    <a:pt x="212246" y="2048053"/>
                  </a:lnTo>
                  <a:lnTo>
                    <a:pt x="239217" y="2002524"/>
                  </a:lnTo>
                  <a:lnTo>
                    <a:pt x="262885" y="1955736"/>
                  </a:lnTo>
                  <a:lnTo>
                    <a:pt x="283271" y="1907710"/>
                  </a:lnTo>
                  <a:lnTo>
                    <a:pt x="300400" y="1858466"/>
                  </a:lnTo>
                  <a:lnTo>
                    <a:pt x="314295" y="1808026"/>
                  </a:lnTo>
                  <a:lnTo>
                    <a:pt x="324980" y="1756410"/>
                  </a:lnTo>
                  <a:lnTo>
                    <a:pt x="332605" y="1697243"/>
                  </a:lnTo>
                  <a:lnTo>
                    <a:pt x="335076" y="1638553"/>
                  </a:lnTo>
                  <a:lnTo>
                    <a:pt x="333546" y="1591971"/>
                  </a:lnTo>
                  <a:lnTo>
                    <a:pt x="329049" y="1545674"/>
                  </a:lnTo>
                  <a:lnTo>
                    <a:pt x="321725" y="1499631"/>
                  </a:lnTo>
                  <a:lnTo>
                    <a:pt x="311716" y="1453811"/>
                  </a:lnTo>
                  <a:lnTo>
                    <a:pt x="299161" y="1408181"/>
                  </a:lnTo>
                  <a:lnTo>
                    <a:pt x="284200" y="1362710"/>
                  </a:lnTo>
                  <a:lnTo>
                    <a:pt x="266638" y="1315161"/>
                  </a:lnTo>
                  <a:lnTo>
                    <a:pt x="231379" y="1220063"/>
                  </a:lnTo>
                  <a:lnTo>
                    <a:pt x="213947" y="1172514"/>
                  </a:lnTo>
                  <a:lnTo>
                    <a:pt x="196824" y="1124965"/>
                  </a:lnTo>
                  <a:lnTo>
                    <a:pt x="182321" y="1079888"/>
                  </a:lnTo>
                  <a:lnTo>
                    <a:pt x="170365" y="1034517"/>
                  </a:lnTo>
                  <a:lnTo>
                    <a:pt x="161196" y="988775"/>
                  </a:lnTo>
                  <a:lnTo>
                    <a:pt x="155056" y="942581"/>
                  </a:lnTo>
                  <a:lnTo>
                    <a:pt x="152184" y="895858"/>
                  </a:lnTo>
                  <a:lnTo>
                    <a:pt x="151790" y="883538"/>
                  </a:lnTo>
                  <a:lnTo>
                    <a:pt x="151790" y="877442"/>
                  </a:lnTo>
                  <a:lnTo>
                    <a:pt x="154290" y="831159"/>
                  </a:lnTo>
                  <a:lnTo>
                    <a:pt x="161779" y="786377"/>
                  </a:lnTo>
                  <a:lnTo>
                    <a:pt x="174244" y="743122"/>
                  </a:lnTo>
                  <a:lnTo>
                    <a:pt x="191670" y="701417"/>
                  </a:lnTo>
                  <a:lnTo>
                    <a:pt x="214043" y="661287"/>
                  </a:lnTo>
                  <a:lnTo>
                    <a:pt x="241348" y="622757"/>
                  </a:lnTo>
                  <a:lnTo>
                    <a:pt x="273570" y="585851"/>
                  </a:lnTo>
                  <a:lnTo>
                    <a:pt x="301739" y="556613"/>
                  </a:lnTo>
                  <a:lnTo>
                    <a:pt x="329469" y="527018"/>
                  </a:lnTo>
                  <a:lnTo>
                    <a:pt x="356666" y="497089"/>
                  </a:lnTo>
                  <a:lnTo>
                    <a:pt x="383235" y="466851"/>
                  </a:lnTo>
                  <a:lnTo>
                    <a:pt x="417089" y="421778"/>
                  </a:lnTo>
                  <a:lnTo>
                    <a:pt x="444376" y="374272"/>
                  </a:lnTo>
                  <a:lnTo>
                    <a:pt x="465516" y="324461"/>
                  </a:lnTo>
                  <a:lnTo>
                    <a:pt x="480928" y="272474"/>
                  </a:lnTo>
                  <a:lnTo>
                    <a:pt x="491032" y="218439"/>
                  </a:lnTo>
                  <a:lnTo>
                    <a:pt x="495035" y="166487"/>
                  </a:lnTo>
                  <a:lnTo>
                    <a:pt x="495300" y="149225"/>
                  </a:lnTo>
                  <a:lnTo>
                    <a:pt x="494215" y="114028"/>
                  </a:lnTo>
                  <a:lnTo>
                    <a:pt x="490999" y="78914"/>
                  </a:lnTo>
                  <a:lnTo>
                    <a:pt x="485704" y="43872"/>
                  </a:lnTo>
                  <a:lnTo>
                    <a:pt x="478383" y="8889"/>
                  </a:lnTo>
                  <a:lnTo>
                    <a:pt x="477443" y="6223"/>
                  </a:lnTo>
                  <a:lnTo>
                    <a:pt x="477443" y="0"/>
                  </a:lnTo>
                  <a:close/>
                </a:path>
              </a:pathLst>
            </a:custGeom>
            <a:solidFill>
              <a:srgbClr val="8EA8C9"/>
            </a:solidFill>
          </p:spPr>
          <p:txBody>
            <a:bodyPr wrap="square" lIns="0" tIns="0" rIns="0" bIns="0" rtlCol="0"/>
            <a:lstStyle/>
            <a:p>
              <a:endParaRPr/>
            </a:p>
          </p:txBody>
        </p:sp>
        <p:sp>
          <p:nvSpPr>
            <p:cNvPr id="6" name="object 6"/>
            <p:cNvSpPr/>
            <p:nvPr/>
          </p:nvSpPr>
          <p:spPr>
            <a:xfrm>
              <a:off x="85725" y="542924"/>
              <a:ext cx="295275" cy="352425"/>
            </a:xfrm>
            <a:custGeom>
              <a:avLst/>
              <a:gdLst/>
              <a:ahLst/>
              <a:cxnLst/>
              <a:rect l="l" t="t" r="r" b="b"/>
              <a:pathLst>
                <a:path w="295275" h="352425">
                  <a:moveTo>
                    <a:pt x="28575" y="101346"/>
                  </a:moveTo>
                  <a:lnTo>
                    <a:pt x="28206" y="97155"/>
                  </a:lnTo>
                  <a:lnTo>
                    <a:pt x="28206" y="93853"/>
                  </a:lnTo>
                  <a:lnTo>
                    <a:pt x="26733" y="83312"/>
                  </a:lnTo>
                  <a:lnTo>
                    <a:pt x="24117" y="77089"/>
                  </a:lnTo>
                  <a:lnTo>
                    <a:pt x="16332" y="76327"/>
                  </a:lnTo>
                  <a:lnTo>
                    <a:pt x="15722" y="76200"/>
                  </a:lnTo>
                  <a:lnTo>
                    <a:pt x="14541" y="76200"/>
                  </a:lnTo>
                  <a:lnTo>
                    <a:pt x="7683" y="76200"/>
                  </a:lnTo>
                  <a:lnTo>
                    <a:pt x="2844" y="80645"/>
                  </a:lnTo>
                  <a:lnTo>
                    <a:pt x="1473" y="88392"/>
                  </a:lnTo>
                  <a:lnTo>
                    <a:pt x="355" y="95885"/>
                  </a:lnTo>
                  <a:lnTo>
                    <a:pt x="0" y="104267"/>
                  </a:lnTo>
                  <a:lnTo>
                    <a:pt x="1092" y="112141"/>
                  </a:lnTo>
                  <a:lnTo>
                    <a:pt x="1841" y="119634"/>
                  </a:lnTo>
                  <a:lnTo>
                    <a:pt x="7035" y="123825"/>
                  </a:lnTo>
                  <a:lnTo>
                    <a:pt x="14097" y="123825"/>
                  </a:lnTo>
                  <a:lnTo>
                    <a:pt x="21526" y="123444"/>
                  </a:lnTo>
                  <a:lnTo>
                    <a:pt x="25984" y="118364"/>
                  </a:lnTo>
                  <a:lnTo>
                    <a:pt x="27470" y="110490"/>
                  </a:lnTo>
                  <a:lnTo>
                    <a:pt x="28206" y="107188"/>
                  </a:lnTo>
                  <a:lnTo>
                    <a:pt x="28206" y="103378"/>
                  </a:lnTo>
                  <a:lnTo>
                    <a:pt x="28575" y="101346"/>
                  </a:lnTo>
                  <a:close/>
                </a:path>
                <a:path w="295275" h="352425">
                  <a:moveTo>
                    <a:pt x="76187" y="241935"/>
                  </a:moveTo>
                  <a:lnTo>
                    <a:pt x="74777" y="233006"/>
                  </a:lnTo>
                  <a:lnTo>
                    <a:pt x="70853" y="225844"/>
                  </a:lnTo>
                  <a:lnTo>
                    <a:pt x="64833" y="221005"/>
                  </a:lnTo>
                  <a:lnTo>
                    <a:pt x="57150" y="219075"/>
                  </a:lnTo>
                  <a:lnTo>
                    <a:pt x="56464" y="219075"/>
                  </a:lnTo>
                  <a:lnTo>
                    <a:pt x="49174" y="220599"/>
                  </a:lnTo>
                  <a:lnTo>
                    <a:pt x="43383" y="224777"/>
                  </a:lnTo>
                  <a:lnTo>
                    <a:pt x="39636" y="231025"/>
                  </a:lnTo>
                  <a:lnTo>
                    <a:pt x="38430" y="238760"/>
                  </a:lnTo>
                  <a:lnTo>
                    <a:pt x="39573" y="250520"/>
                  </a:lnTo>
                  <a:lnTo>
                    <a:pt x="42900" y="259308"/>
                  </a:lnTo>
                  <a:lnTo>
                    <a:pt x="48260" y="264807"/>
                  </a:lnTo>
                  <a:lnTo>
                    <a:pt x="55511" y="266700"/>
                  </a:lnTo>
                  <a:lnTo>
                    <a:pt x="56210" y="266700"/>
                  </a:lnTo>
                  <a:lnTo>
                    <a:pt x="64427" y="264922"/>
                  </a:lnTo>
                  <a:lnTo>
                    <a:pt x="70726" y="259892"/>
                  </a:lnTo>
                  <a:lnTo>
                    <a:pt x="74764" y="252082"/>
                  </a:lnTo>
                  <a:lnTo>
                    <a:pt x="76187" y="241935"/>
                  </a:lnTo>
                  <a:close/>
                </a:path>
                <a:path w="295275" h="352425">
                  <a:moveTo>
                    <a:pt x="102501" y="170751"/>
                  </a:moveTo>
                  <a:lnTo>
                    <a:pt x="101396" y="163118"/>
                  </a:lnTo>
                  <a:lnTo>
                    <a:pt x="96672" y="146558"/>
                  </a:lnTo>
                  <a:lnTo>
                    <a:pt x="90855" y="143256"/>
                  </a:lnTo>
                  <a:lnTo>
                    <a:pt x="84734" y="142875"/>
                  </a:lnTo>
                  <a:lnTo>
                    <a:pt x="75031" y="142875"/>
                  </a:lnTo>
                  <a:lnTo>
                    <a:pt x="69215" y="149098"/>
                  </a:lnTo>
                  <a:lnTo>
                    <a:pt x="68224" y="159258"/>
                  </a:lnTo>
                  <a:lnTo>
                    <a:pt x="69519" y="169659"/>
                  </a:lnTo>
                  <a:lnTo>
                    <a:pt x="74663" y="179793"/>
                  </a:lnTo>
                  <a:lnTo>
                    <a:pt x="82080" y="187464"/>
                  </a:lnTo>
                  <a:lnTo>
                    <a:pt x="90170" y="190500"/>
                  </a:lnTo>
                  <a:lnTo>
                    <a:pt x="90855" y="190500"/>
                  </a:lnTo>
                  <a:lnTo>
                    <a:pt x="91198" y="190373"/>
                  </a:lnTo>
                  <a:lnTo>
                    <a:pt x="94094" y="189992"/>
                  </a:lnTo>
                  <a:lnTo>
                    <a:pt x="97320" y="188341"/>
                  </a:lnTo>
                  <a:lnTo>
                    <a:pt x="98958" y="185547"/>
                  </a:lnTo>
                  <a:lnTo>
                    <a:pt x="101904" y="178295"/>
                  </a:lnTo>
                  <a:lnTo>
                    <a:pt x="102501" y="170751"/>
                  </a:lnTo>
                  <a:close/>
                </a:path>
                <a:path w="295275" h="352425">
                  <a:moveTo>
                    <a:pt x="113982" y="332867"/>
                  </a:moveTo>
                  <a:lnTo>
                    <a:pt x="112903" y="325183"/>
                  </a:lnTo>
                  <a:lnTo>
                    <a:pt x="109296" y="319506"/>
                  </a:lnTo>
                  <a:lnTo>
                    <a:pt x="103263" y="315874"/>
                  </a:lnTo>
                  <a:lnTo>
                    <a:pt x="94932" y="314325"/>
                  </a:lnTo>
                  <a:lnTo>
                    <a:pt x="84289" y="314325"/>
                  </a:lnTo>
                  <a:lnTo>
                    <a:pt x="76212" y="320675"/>
                  </a:lnTo>
                  <a:lnTo>
                    <a:pt x="76212" y="329946"/>
                  </a:lnTo>
                  <a:lnTo>
                    <a:pt x="77508" y="338442"/>
                  </a:lnTo>
                  <a:lnTo>
                    <a:pt x="81089" y="345528"/>
                  </a:lnTo>
                  <a:lnTo>
                    <a:pt x="86423" y="350431"/>
                  </a:lnTo>
                  <a:lnTo>
                    <a:pt x="92989" y="352425"/>
                  </a:lnTo>
                  <a:lnTo>
                    <a:pt x="94399" y="352425"/>
                  </a:lnTo>
                  <a:lnTo>
                    <a:pt x="102260" y="351053"/>
                  </a:lnTo>
                  <a:lnTo>
                    <a:pt x="108381" y="347129"/>
                  </a:lnTo>
                  <a:lnTo>
                    <a:pt x="112395" y="340969"/>
                  </a:lnTo>
                  <a:lnTo>
                    <a:pt x="113982" y="332867"/>
                  </a:lnTo>
                  <a:close/>
                </a:path>
                <a:path w="295275" h="352425">
                  <a:moveTo>
                    <a:pt x="152387" y="23241"/>
                  </a:moveTo>
                  <a:lnTo>
                    <a:pt x="150990" y="13779"/>
                  </a:lnTo>
                  <a:lnTo>
                    <a:pt x="146951" y="6527"/>
                  </a:lnTo>
                  <a:lnTo>
                    <a:pt x="140462" y="1828"/>
                  </a:lnTo>
                  <a:lnTo>
                    <a:pt x="131724" y="0"/>
                  </a:lnTo>
                  <a:lnTo>
                    <a:pt x="121183" y="0"/>
                  </a:lnTo>
                  <a:lnTo>
                    <a:pt x="114655" y="5334"/>
                  </a:lnTo>
                  <a:lnTo>
                    <a:pt x="114655" y="14605"/>
                  </a:lnTo>
                  <a:lnTo>
                    <a:pt x="116497" y="23698"/>
                  </a:lnTo>
                  <a:lnTo>
                    <a:pt x="122008" y="31165"/>
                  </a:lnTo>
                  <a:lnTo>
                    <a:pt x="130378" y="36233"/>
                  </a:lnTo>
                  <a:lnTo>
                    <a:pt x="140779" y="38100"/>
                  </a:lnTo>
                  <a:lnTo>
                    <a:pt x="148666" y="38100"/>
                  </a:lnTo>
                  <a:lnTo>
                    <a:pt x="152387" y="33147"/>
                  </a:lnTo>
                  <a:lnTo>
                    <a:pt x="152387" y="23241"/>
                  </a:lnTo>
                  <a:close/>
                </a:path>
                <a:path w="295275" h="352425">
                  <a:moveTo>
                    <a:pt x="185318" y="123113"/>
                  </a:moveTo>
                  <a:lnTo>
                    <a:pt x="181025" y="110109"/>
                  </a:lnTo>
                  <a:lnTo>
                    <a:pt x="172796" y="99682"/>
                  </a:lnTo>
                  <a:lnTo>
                    <a:pt x="162483" y="95250"/>
                  </a:lnTo>
                  <a:lnTo>
                    <a:pt x="152679" y="95250"/>
                  </a:lnTo>
                  <a:lnTo>
                    <a:pt x="146380" y="101092"/>
                  </a:lnTo>
                  <a:lnTo>
                    <a:pt x="144614" y="111760"/>
                  </a:lnTo>
                  <a:lnTo>
                    <a:pt x="144310" y="118897"/>
                  </a:lnTo>
                  <a:lnTo>
                    <a:pt x="145846" y="125133"/>
                  </a:lnTo>
                  <a:lnTo>
                    <a:pt x="148958" y="130556"/>
                  </a:lnTo>
                  <a:lnTo>
                    <a:pt x="153390" y="135255"/>
                  </a:lnTo>
                  <a:lnTo>
                    <a:pt x="158800" y="139573"/>
                  </a:lnTo>
                  <a:lnTo>
                    <a:pt x="164617" y="142875"/>
                  </a:lnTo>
                  <a:lnTo>
                    <a:pt x="173202" y="142875"/>
                  </a:lnTo>
                  <a:lnTo>
                    <a:pt x="185318" y="123113"/>
                  </a:lnTo>
                  <a:close/>
                </a:path>
                <a:path w="295275" h="352425">
                  <a:moveTo>
                    <a:pt x="190119" y="303530"/>
                  </a:moveTo>
                  <a:lnTo>
                    <a:pt x="188125" y="292354"/>
                  </a:lnTo>
                  <a:lnTo>
                    <a:pt x="183108" y="283743"/>
                  </a:lnTo>
                  <a:lnTo>
                    <a:pt x="175590" y="278193"/>
                  </a:lnTo>
                  <a:lnTo>
                    <a:pt x="166077" y="276225"/>
                  </a:lnTo>
                  <a:lnTo>
                    <a:pt x="156641" y="277914"/>
                  </a:lnTo>
                  <a:lnTo>
                    <a:pt x="149313" y="282676"/>
                  </a:lnTo>
                  <a:lnTo>
                    <a:pt x="144564" y="290055"/>
                  </a:lnTo>
                  <a:lnTo>
                    <a:pt x="142875" y="299593"/>
                  </a:lnTo>
                  <a:lnTo>
                    <a:pt x="145034" y="309333"/>
                  </a:lnTo>
                  <a:lnTo>
                    <a:pt x="151079" y="317017"/>
                  </a:lnTo>
                  <a:lnTo>
                    <a:pt x="160299" y="322046"/>
                  </a:lnTo>
                  <a:lnTo>
                    <a:pt x="172008" y="323850"/>
                  </a:lnTo>
                  <a:lnTo>
                    <a:pt x="179197" y="322211"/>
                  </a:lnTo>
                  <a:lnTo>
                    <a:pt x="185039" y="317792"/>
                  </a:lnTo>
                  <a:lnTo>
                    <a:pt x="188874" y="311315"/>
                  </a:lnTo>
                  <a:lnTo>
                    <a:pt x="190119" y="303530"/>
                  </a:lnTo>
                  <a:close/>
                </a:path>
                <a:path w="295275" h="352425">
                  <a:moveTo>
                    <a:pt x="219075" y="211709"/>
                  </a:moveTo>
                  <a:lnTo>
                    <a:pt x="218389" y="188214"/>
                  </a:lnTo>
                  <a:lnTo>
                    <a:pt x="214591" y="182118"/>
                  </a:lnTo>
                  <a:lnTo>
                    <a:pt x="206717" y="180975"/>
                  </a:lnTo>
                  <a:lnTo>
                    <a:pt x="205460" y="180975"/>
                  </a:lnTo>
                  <a:lnTo>
                    <a:pt x="197319" y="180975"/>
                  </a:lnTo>
                  <a:lnTo>
                    <a:pt x="192493" y="187071"/>
                  </a:lnTo>
                  <a:lnTo>
                    <a:pt x="191554" y="198882"/>
                  </a:lnTo>
                  <a:lnTo>
                    <a:pt x="190500" y="210693"/>
                  </a:lnTo>
                  <a:lnTo>
                    <a:pt x="195313" y="218440"/>
                  </a:lnTo>
                  <a:lnTo>
                    <a:pt x="204851" y="219075"/>
                  </a:lnTo>
                  <a:lnTo>
                    <a:pt x="213804" y="219075"/>
                  </a:lnTo>
                  <a:lnTo>
                    <a:pt x="219075" y="211709"/>
                  </a:lnTo>
                  <a:close/>
                </a:path>
                <a:path w="295275" h="352425">
                  <a:moveTo>
                    <a:pt x="285737" y="73787"/>
                  </a:moveTo>
                  <a:lnTo>
                    <a:pt x="284340" y="63169"/>
                  </a:lnTo>
                  <a:lnTo>
                    <a:pt x="280441" y="54902"/>
                  </a:lnTo>
                  <a:lnTo>
                    <a:pt x="274472" y="49542"/>
                  </a:lnTo>
                  <a:lnTo>
                    <a:pt x="266852" y="47625"/>
                  </a:lnTo>
                  <a:lnTo>
                    <a:pt x="258902" y="49352"/>
                  </a:lnTo>
                  <a:lnTo>
                    <a:pt x="252857" y="54216"/>
                  </a:lnTo>
                  <a:lnTo>
                    <a:pt x="249008" y="61823"/>
                  </a:lnTo>
                  <a:lnTo>
                    <a:pt x="247662" y="71755"/>
                  </a:lnTo>
                  <a:lnTo>
                    <a:pt x="249237" y="81381"/>
                  </a:lnTo>
                  <a:lnTo>
                    <a:pt x="253695" y="88798"/>
                  </a:lnTo>
                  <a:lnTo>
                    <a:pt x="260629" y="93573"/>
                  </a:lnTo>
                  <a:lnTo>
                    <a:pt x="269659" y="95250"/>
                  </a:lnTo>
                  <a:lnTo>
                    <a:pt x="270446" y="95250"/>
                  </a:lnTo>
                  <a:lnTo>
                    <a:pt x="276631" y="93738"/>
                  </a:lnTo>
                  <a:lnTo>
                    <a:pt x="281393" y="89433"/>
                  </a:lnTo>
                  <a:lnTo>
                    <a:pt x="284492" y="82664"/>
                  </a:lnTo>
                  <a:lnTo>
                    <a:pt x="285737" y="73787"/>
                  </a:lnTo>
                  <a:close/>
                </a:path>
                <a:path w="295275" h="352425">
                  <a:moveTo>
                    <a:pt x="295275" y="261874"/>
                  </a:moveTo>
                  <a:lnTo>
                    <a:pt x="275170" y="229489"/>
                  </a:lnTo>
                  <a:lnTo>
                    <a:pt x="271348" y="228600"/>
                  </a:lnTo>
                  <a:lnTo>
                    <a:pt x="267716" y="228600"/>
                  </a:lnTo>
                  <a:lnTo>
                    <a:pt x="260400" y="229958"/>
                  </a:lnTo>
                  <a:lnTo>
                    <a:pt x="254292" y="233832"/>
                  </a:lnTo>
                  <a:lnTo>
                    <a:pt x="250050" y="239915"/>
                  </a:lnTo>
                  <a:lnTo>
                    <a:pt x="248361" y="247904"/>
                  </a:lnTo>
                  <a:lnTo>
                    <a:pt x="250786" y="258279"/>
                  </a:lnTo>
                  <a:lnTo>
                    <a:pt x="257937" y="267360"/>
                  </a:lnTo>
                  <a:lnTo>
                    <a:pt x="268033" y="273786"/>
                  </a:lnTo>
                  <a:lnTo>
                    <a:pt x="279285" y="276225"/>
                  </a:lnTo>
                  <a:lnTo>
                    <a:pt x="281178" y="276225"/>
                  </a:lnTo>
                  <a:lnTo>
                    <a:pt x="283044" y="275971"/>
                  </a:lnTo>
                  <a:lnTo>
                    <a:pt x="293281" y="273177"/>
                  </a:lnTo>
                  <a:lnTo>
                    <a:pt x="295275" y="267335"/>
                  </a:lnTo>
                  <a:lnTo>
                    <a:pt x="295275" y="261874"/>
                  </a:lnTo>
                  <a:close/>
                </a:path>
              </a:pathLst>
            </a:custGeom>
            <a:solidFill>
              <a:srgbClr val="E7EBDB"/>
            </a:solidFill>
          </p:spPr>
          <p:txBody>
            <a:bodyPr wrap="square" lIns="0" tIns="0" rIns="0" bIns="0" rtlCol="0"/>
            <a:lstStyle/>
            <a:p>
              <a:endParaRPr/>
            </a:p>
          </p:txBody>
        </p:sp>
      </p:grpSp>
      <p:grpSp>
        <p:nvGrpSpPr>
          <p:cNvPr id="7" name="object 7"/>
          <p:cNvGrpSpPr/>
          <p:nvPr/>
        </p:nvGrpSpPr>
        <p:grpSpPr>
          <a:xfrm>
            <a:off x="2314545" y="1642318"/>
            <a:ext cx="1318616" cy="1057751"/>
            <a:chOff x="7191375" y="3969292"/>
            <a:chExt cx="1952625" cy="1174750"/>
          </a:xfrm>
        </p:grpSpPr>
        <p:sp>
          <p:nvSpPr>
            <p:cNvPr id="8" name="object 8"/>
            <p:cNvSpPr/>
            <p:nvPr/>
          </p:nvSpPr>
          <p:spPr>
            <a:xfrm>
              <a:off x="7191375" y="3969292"/>
              <a:ext cx="1952625" cy="1174750"/>
            </a:xfrm>
            <a:custGeom>
              <a:avLst/>
              <a:gdLst/>
              <a:ahLst/>
              <a:cxnLst/>
              <a:rect l="l" t="t" r="r" b="b"/>
              <a:pathLst>
                <a:path w="1952625" h="1174750">
                  <a:moveTo>
                    <a:pt x="1677910" y="0"/>
                  </a:moveTo>
                  <a:lnTo>
                    <a:pt x="1625796" y="279"/>
                  </a:lnTo>
                  <a:lnTo>
                    <a:pt x="1573276" y="3457"/>
                  </a:lnTo>
                  <a:lnTo>
                    <a:pt x="1519788" y="9925"/>
                  </a:lnTo>
                  <a:lnTo>
                    <a:pt x="1466849" y="19171"/>
                  </a:lnTo>
                  <a:lnTo>
                    <a:pt x="1414581" y="31486"/>
                  </a:lnTo>
                  <a:lnTo>
                    <a:pt x="1363106" y="47157"/>
                  </a:lnTo>
                  <a:lnTo>
                    <a:pt x="1312545" y="66475"/>
                  </a:lnTo>
                  <a:lnTo>
                    <a:pt x="1270861" y="86572"/>
                  </a:lnTo>
                  <a:lnTo>
                    <a:pt x="1232640" y="110821"/>
                  </a:lnTo>
                  <a:lnTo>
                    <a:pt x="1198052" y="139426"/>
                  </a:lnTo>
                  <a:lnTo>
                    <a:pt x="1167269" y="172590"/>
                  </a:lnTo>
                  <a:lnTo>
                    <a:pt x="1140459" y="210518"/>
                  </a:lnTo>
                  <a:lnTo>
                    <a:pt x="1119943" y="245336"/>
                  </a:lnTo>
                  <a:lnTo>
                    <a:pt x="1079577" y="314987"/>
                  </a:lnTo>
                  <a:lnTo>
                    <a:pt x="1059560" y="350269"/>
                  </a:lnTo>
                  <a:lnTo>
                    <a:pt x="1033480" y="393573"/>
                  </a:lnTo>
                  <a:lnTo>
                    <a:pt x="1005935" y="434868"/>
                  </a:lnTo>
                  <a:lnTo>
                    <a:pt x="976925" y="474152"/>
                  </a:lnTo>
                  <a:lnTo>
                    <a:pt x="946453" y="511422"/>
                  </a:lnTo>
                  <a:lnTo>
                    <a:pt x="914520" y="546678"/>
                  </a:lnTo>
                  <a:lnTo>
                    <a:pt x="881125" y="579916"/>
                  </a:lnTo>
                  <a:lnTo>
                    <a:pt x="846272" y="611136"/>
                  </a:lnTo>
                  <a:lnTo>
                    <a:pt x="809960" y="640334"/>
                  </a:lnTo>
                  <a:lnTo>
                    <a:pt x="772190" y="667510"/>
                  </a:lnTo>
                  <a:lnTo>
                    <a:pt x="732965" y="692661"/>
                  </a:lnTo>
                  <a:lnTo>
                    <a:pt x="692284" y="715786"/>
                  </a:lnTo>
                  <a:lnTo>
                    <a:pt x="650149" y="736882"/>
                  </a:lnTo>
                  <a:lnTo>
                    <a:pt x="606561" y="755947"/>
                  </a:lnTo>
                  <a:lnTo>
                    <a:pt x="561522" y="772979"/>
                  </a:lnTo>
                  <a:lnTo>
                    <a:pt x="515031" y="787978"/>
                  </a:lnTo>
                  <a:lnTo>
                    <a:pt x="467091" y="800940"/>
                  </a:lnTo>
                  <a:lnTo>
                    <a:pt x="417702" y="811863"/>
                  </a:lnTo>
                  <a:lnTo>
                    <a:pt x="362761" y="820707"/>
                  </a:lnTo>
                  <a:lnTo>
                    <a:pt x="307546" y="827597"/>
                  </a:lnTo>
                  <a:lnTo>
                    <a:pt x="252164" y="834161"/>
                  </a:lnTo>
                  <a:lnTo>
                    <a:pt x="196723" y="842026"/>
                  </a:lnTo>
                  <a:lnTo>
                    <a:pt x="157533" y="851759"/>
                  </a:lnTo>
                  <a:lnTo>
                    <a:pt x="120475" y="866732"/>
                  </a:lnTo>
                  <a:lnTo>
                    <a:pt x="86012" y="887037"/>
                  </a:lnTo>
                  <a:lnTo>
                    <a:pt x="54609" y="912765"/>
                  </a:lnTo>
                  <a:lnTo>
                    <a:pt x="12922" y="970970"/>
                  </a:lnTo>
                  <a:lnTo>
                    <a:pt x="0" y="1032119"/>
                  </a:lnTo>
                  <a:lnTo>
                    <a:pt x="4202" y="1068435"/>
                  </a:lnTo>
                  <a:lnTo>
                    <a:pt x="35040" y="1136437"/>
                  </a:lnTo>
                  <a:lnTo>
                    <a:pt x="59817" y="1166400"/>
                  </a:lnTo>
                  <a:lnTo>
                    <a:pt x="91694" y="1174207"/>
                  </a:lnTo>
                  <a:lnTo>
                    <a:pt x="1952625" y="1174207"/>
                  </a:lnTo>
                  <a:lnTo>
                    <a:pt x="1952625" y="103546"/>
                  </a:lnTo>
                  <a:lnTo>
                    <a:pt x="1951408" y="89790"/>
                  </a:lnTo>
                  <a:lnTo>
                    <a:pt x="1880079" y="39324"/>
                  </a:lnTo>
                  <a:lnTo>
                    <a:pt x="1830702" y="22280"/>
                  </a:lnTo>
                  <a:lnTo>
                    <a:pt x="1780474" y="10426"/>
                  </a:lnTo>
                  <a:lnTo>
                    <a:pt x="1729507" y="3191"/>
                  </a:lnTo>
                  <a:lnTo>
                    <a:pt x="1677910" y="0"/>
                  </a:lnTo>
                  <a:close/>
                </a:path>
              </a:pathLst>
            </a:custGeom>
            <a:solidFill>
              <a:srgbClr val="FBF8F0"/>
            </a:solidFill>
          </p:spPr>
          <p:txBody>
            <a:bodyPr wrap="square" lIns="0" tIns="0" rIns="0" bIns="0" rtlCol="0"/>
            <a:lstStyle/>
            <a:p>
              <a:endParaRPr/>
            </a:p>
          </p:txBody>
        </p:sp>
        <p:sp>
          <p:nvSpPr>
            <p:cNvPr id="9" name="object 9"/>
            <p:cNvSpPr/>
            <p:nvPr/>
          </p:nvSpPr>
          <p:spPr>
            <a:xfrm>
              <a:off x="7649964" y="4295774"/>
              <a:ext cx="741045" cy="438150"/>
            </a:xfrm>
            <a:custGeom>
              <a:avLst/>
              <a:gdLst/>
              <a:ahLst/>
              <a:cxnLst/>
              <a:rect l="l" t="t" r="r" b="b"/>
              <a:pathLst>
                <a:path w="741045" h="438150">
                  <a:moveTo>
                    <a:pt x="366783" y="0"/>
                  </a:moveTo>
                  <a:lnTo>
                    <a:pt x="314326" y="3663"/>
                  </a:lnTo>
                  <a:lnTo>
                    <a:pt x="262977" y="14552"/>
                  </a:lnTo>
                  <a:lnTo>
                    <a:pt x="213746" y="32516"/>
                  </a:lnTo>
                  <a:lnTo>
                    <a:pt x="167647" y="57404"/>
                  </a:lnTo>
                  <a:lnTo>
                    <a:pt x="129165" y="85753"/>
                  </a:lnTo>
                  <a:lnTo>
                    <a:pt x="94869" y="118924"/>
                  </a:lnTo>
                  <a:lnTo>
                    <a:pt x="65171" y="156232"/>
                  </a:lnTo>
                  <a:lnTo>
                    <a:pt x="40477" y="196995"/>
                  </a:lnTo>
                  <a:lnTo>
                    <a:pt x="21198" y="240530"/>
                  </a:lnTo>
                  <a:lnTo>
                    <a:pt x="7741" y="286154"/>
                  </a:lnTo>
                  <a:lnTo>
                    <a:pt x="515" y="333184"/>
                  </a:lnTo>
                  <a:lnTo>
                    <a:pt x="0" y="352248"/>
                  </a:lnTo>
                  <a:lnTo>
                    <a:pt x="2103" y="371255"/>
                  </a:lnTo>
                  <a:lnTo>
                    <a:pt x="31835" y="411203"/>
                  </a:lnTo>
                  <a:lnTo>
                    <a:pt x="77858" y="419252"/>
                  </a:lnTo>
                  <a:lnTo>
                    <a:pt x="228203" y="425324"/>
                  </a:lnTo>
                  <a:lnTo>
                    <a:pt x="378575" y="430278"/>
                  </a:lnTo>
                  <a:lnTo>
                    <a:pt x="478797" y="432981"/>
                  </a:lnTo>
                  <a:lnTo>
                    <a:pt x="513183" y="434174"/>
                  </a:lnTo>
                  <a:lnTo>
                    <a:pt x="583382" y="437470"/>
                  </a:lnTo>
                  <a:lnTo>
                    <a:pt x="618624" y="438150"/>
                  </a:lnTo>
                  <a:lnTo>
                    <a:pt x="632789" y="438011"/>
                  </a:lnTo>
                  <a:lnTo>
                    <a:pt x="674758" y="435584"/>
                  </a:lnTo>
                  <a:lnTo>
                    <a:pt x="723796" y="413813"/>
                  </a:lnTo>
                  <a:lnTo>
                    <a:pt x="740925" y="363181"/>
                  </a:lnTo>
                  <a:lnTo>
                    <a:pt x="733456" y="318805"/>
                  </a:lnTo>
                  <a:lnTo>
                    <a:pt x="716319" y="274681"/>
                  </a:lnTo>
                  <a:lnTo>
                    <a:pt x="694277" y="232272"/>
                  </a:lnTo>
                  <a:lnTo>
                    <a:pt x="672091" y="193040"/>
                  </a:lnTo>
                  <a:lnTo>
                    <a:pt x="651968" y="158336"/>
                  </a:lnTo>
                  <a:lnTo>
                    <a:pt x="629499" y="125288"/>
                  </a:lnTo>
                  <a:lnTo>
                    <a:pt x="604101" y="94817"/>
                  </a:lnTo>
                  <a:lnTo>
                    <a:pt x="575190" y="67843"/>
                  </a:lnTo>
                  <a:lnTo>
                    <a:pt x="533852" y="40681"/>
                  </a:lnTo>
                  <a:lnTo>
                    <a:pt x="488703" y="20891"/>
                  </a:lnTo>
                  <a:lnTo>
                    <a:pt x="428505" y="5183"/>
                  </a:lnTo>
                  <a:lnTo>
                    <a:pt x="397728" y="1290"/>
                  </a:lnTo>
                  <a:lnTo>
                    <a:pt x="366783" y="0"/>
                  </a:lnTo>
                  <a:close/>
                </a:path>
              </a:pathLst>
            </a:custGeom>
            <a:solidFill>
              <a:srgbClr val="B5C396"/>
            </a:solidFill>
          </p:spPr>
          <p:txBody>
            <a:bodyPr wrap="square" lIns="0" tIns="0" rIns="0" bIns="0" rtlCol="0"/>
            <a:lstStyle/>
            <a:p>
              <a:endParaRPr/>
            </a:p>
          </p:txBody>
        </p:sp>
        <p:sp>
          <p:nvSpPr>
            <p:cNvPr id="10" name="object 10"/>
            <p:cNvSpPr/>
            <p:nvPr/>
          </p:nvSpPr>
          <p:spPr>
            <a:xfrm>
              <a:off x="8564778" y="4600587"/>
              <a:ext cx="427355" cy="542925"/>
            </a:xfrm>
            <a:custGeom>
              <a:avLst/>
              <a:gdLst/>
              <a:ahLst/>
              <a:cxnLst/>
              <a:rect l="l" t="t" r="r" b="b"/>
              <a:pathLst>
                <a:path w="427354" h="542925">
                  <a:moveTo>
                    <a:pt x="72263" y="286600"/>
                  </a:moveTo>
                  <a:lnTo>
                    <a:pt x="69837" y="237134"/>
                  </a:lnTo>
                  <a:lnTo>
                    <a:pt x="64389" y="187972"/>
                  </a:lnTo>
                  <a:lnTo>
                    <a:pt x="55854" y="139077"/>
                  </a:lnTo>
                  <a:lnTo>
                    <a:pt x="54508" y="132143"/>
                  </a:lnTo>
                  <a:lnTo>
                    <a:pt x="53962" y="125171"/>
                  </a:lnTo>
                  <a:lnTo>
                    <a:pt x="54864" y="118262"/>
                  </a:lnTo>
                  <a:lnTo>
                    <a:pt x="57886" y="111493"/>
                  </a:lnTo>
                  <a:lnTo>
                    <a:pt x="62458" y="101739"/>
                  </a:lnTo>
                  <a:lnTo>
                    <a:pt x="62458" y="93167"/>
                  </a:lnTo>
                  <a:lnTo>
                    <a:pt x="57873" y="85890"/>
                  </a:lnTo>
                  <a:lnTo>
                    <a:pt x="48742" y="79984"/>
                  </a:lnTo>
                  <a:lnTo>
                    <a:pt x="43281" y="77406"/>
                  </a:lnTo>
                  <a:lnTo>
                    <a:pt x="37820" y="76200"/>
                  </a:lnTo>
                  <a:lnTo>
                    <a:pt x="32613" y="76200"/>
                  </a:lnTo>
                  <a:lnTo>
                    <a:pt x="609" y="109524"/>
                  </a:lnTo>
                  <a:lnTo>
                    <a:pt x="0" y="123024"/>
                  </a:lnTo>
                  <a:lnTo>
                    <a:pt x="1346" y="136385"/>
                  </a:lnTo>
                  <a:lnTo>
                    <a:pt x="3911" y="149618"/>
                  </a:lnTo>
                  <a:lnTo>
                    <a:pt x="6959" y="162712"/>
                  </a:lnTo>
                  <a:lnTo>
                    <a:pt x="14998" y="197624"/>
                  </a:lnTo>
                  <a:lnTo>
                    <a:pt x="21971" y="232651"/>
                  </a:lnTo>
                  <a:lnTo>
                    <a:pt x="26416" y="268173"/>
                  </a:lnTo>
                  <a:lnTo>
                    <a:pt x="26898" y="304546"/>
                  </a:lnTo>
                  <a:lnTo>
                    <a:pt x="24676" y="351472"/>
                  </a:lnTo>
                  <a:lnTo>
                    <a:pt x="23507" y="398462"/>
                  </a:lnTo>
                  <a:lnTo>
                    <a:pt x="22974" y="445490"/>
                  </a:lnTo>
                  <a:lnTo>
                    <a:pt x="22644" y="492556"/>
                  </a:lnTo>
                  <a:lnTo>
                    <a:pt x="22072" y="539623"/>
                  </a:lnTo>
                  <a:lnTo>
                    <a:pt x="22072" y="542912"/>
                  </a:lnTo>
                  <a:lnTo>
                    <a:pt x="67500" y="542912"/>
                  </a:lnTo>
                  <a:lnTo>
                    <a:pt x="67665" y="541591"/>
                  </a:lnTo>
                  <a:lnTo>
                    <a:pt x="68922" y="439000"/>
                  </a:lnTo>
                  <a:lnTo>
                    <a:pt x="69951" y="387680"/>
                  </a:lnTo>
                  <a:lnTo>
                    <a:pt x="71729" y="336410"/>
                  </a:lnTo>
                  <a:lnTo>
                    <a:pt x="72263" y="286600"/>
                  </a:lnTo>
                  <a:close/>
                </a:path>
                <a:path w="427354" h="542925">
                  <a:moveTo>
                    <a:pt x="216687" y="521893"/>
                  </a:moveTo>
                  <a:lnTo>
                    <a:pt x="216217" y="491528"/>
                  </a:lnTo>
                  <a:lnTo>
                    <a:pt x="214464" y="461289"/>
                  </a:lnTo>
                  <a:lnTo>
                    <a:pt x="211048" y="431101"/>
                  </a:lnTo>
                  <a:lnTo>
                    <a:pt x="207594" y="406717"/>
                  </a:lnTo>
                  <a:lnTo>
                    <a:pt x="204177" y="382231"/>
                  </a:lnTo>
                  <a:lnTo>
                    <a:pt x="200952" y="357593"/>
                  </a:lnTo>
                  <a:lnTo>
                    <a:pt x="198094" y="333121"/>
                  </a:lnTo>
                  <a:lnTo>
                    <a:pt x="195478" y="308013"/>
                  </a:lnTo>
                  <a:lnTo>
                    <a:pt x="193243" y="282867"/>
                  </a:lnTo>
                  <a:lnTo>
                    <a:pt x="190893" y="257784"/>
                  </a:lnTo>
                  <a:lnTo>
                    <a:pt x="187934" y="232854"/>
                  </a:lnTo>
                  <a:lnTo>
                    <a:pt x="181876" y="187947"/>
                  </a:lnTo>
                  <a:lnTo>
                    <a:pt x="176390" y="143078"/>
                  </a:lnTo>
                  <a:lnTo>
                    <a:pt x="173012" y="98094"/>
                  </a:lnTo>
                  <a:lnTo>
                    <a:pt x="173329" y="52819"/>
                  </a:lnTo>
                  <a:lnTo>
                    <a:pt x="173710" y="48920"/>
                  </a:lnTo>
                  <a:lnTo>
                    <a:pt x="172694" y="44691"/>
                  </a:lnTo>
                  <a:lnTo>
                    <a:pt x="144119" y="28575"/>
                  </a:lnTo>
                  <a:lnTo>
                    <a:pt x="140563" y="28575"/>
                  </a:lnTo>
                  <a:lnTo>
                    <a:pt x="113512" y="55410"/>
                  </a:lnTo>
                  <a:lnTo>
                    <a:pt x="114808" y="74333"/>
                  </a:lnTo>
                  <a:lnTo>
                    <a:pt x="119989" y="130670"/>
                  </a:lnTo>
                  <a:lnTo>
                    <a:pt x="124841" y="172046"/>
                  </a:lnTo>
                  <a:lnTo>
                    <a:pt x="129933" y="213410"/>
                  </a:lnTo>
                  <a:lnTo>
                    <a:pt x="135115" y="254774"/>
                  </a:lnTo>
                  <a:lnTo>
                    <a:pt x="140182" y="296138"/>
                  </a:lnTo>
                  <a:lnTo>
                    <a:pt x="142036" y="316623"/>
                  </a:lnTo>
                  <a:lnTo>
                    <a:pt x="143624" y="337134"/>
                  </a:lnTo>
                  <a:lnTo>
                    <a:pt x="145529" y="357695"/>
                  </a:lnTo>
                  <a:lnTo>
                    <a:pt x="148310" y="377888"/>
                  </a:lnTo>
                  <a:lnTo>
                    <a:pt x="154813" y="419455"/>
                  </a:lnTo>
                  <a:lnTo>
                    <a:pt x="159842" y="461022"/>
                  </a:lnTo>
                  <a:lnTo>
                    <a:pt x="162750" y="502716"/>
                  </a:lnTo>
                  <a:lnTo>
                    <a:pt x="162902" y="542912"/>
                  </a:lnTo>
                  <a:lnTo>
                    <a:pt x="216382" y="542912"/>
                  </a:lnTo>
                  <a:lnTo>
                    <a:pt x="216687" y="521893"/>
                  </a:lnTo>
                  <a:close/>
                </a:path>
                <a:path w="427354" h="542925">
                  <a:moveTo>
                    <a:pt x="302996" y="542912"/>
                  </a:moveTo>
                  <a:lnTo>
                    <a:pt x="302158" y="488873"/>
                  </a:lnTo>
                  <a:lnTo>
                    <a:pt x="301244" y="434911"/>
                  </a:lnTo>
                  <a:lnTo>
                    <a:pt x="300672" y="380885"/>
                  </a:lnTo>
                  <a:lnTo>
                    <a:pt x="300837" y="326834"/>
                  </a:lnTo>
                  <a:lnTo>
                    <a:pt x="301231" y="279133"/>
                  </a:lnTo>
                  <a:lnTo>
                    <a:pt x="301117" y="231394"/>
                  </a:lnTo>
                  <a:lnTo>
                    <a:pt x="300469" y="183642"/>
                  </a:lnTo>
                  <a:lnTo>
                    <a:pt x="299237" y="135890"/>
                  </a:lnTo>
                  <a:lnTo>
                    <a:pt x="297383" y="88150"/>
                  </a:lnTo>
                  <a:lnTo>
                    <a:pt x="294868" y="40449"/>
                  </a:lnTo>
                  <a:lnTo>
                    <a:pt x="269849" y="19050"/>
                  </a:lnTo>
                  <a:lnTo>
                    <a:pt x="268198" y="19075"/>
                  </a:lnTo>
                  <a:lnTo>
                    <a:pt x="247116" y="43345"/>
                  </a:lnTo>
                  <a:lnTo>
                    <a:pt x="247624" y="48209"/>
                  </a:lnTo>
                  <a:lnTo>
                    <a:pt x="248005" y="52743"/>
                  </a:lnTo>
                  <a:lnTo>
                    <a:pt x="255130" y="102958"/>
                  </a:lnTo>
                  <a:lnTo>
                    <a:pt x="257276" y="149364"/>
                  </a:lnTo>
                  <a:lnTo>
                    <a:pt x="257441" y="198348"/>
                  </a:lnTo>
                  <a:lnTo>
                    <a:pt x="257644" y="247357"/>
                  </a:lnTo>
                  <a:lnTo>
                    <a:pt x="257886" y="296392"/>
                  </a:lnTo>
                  <a:lnTo>
                    <a:pt x="258457" y="394512"/>
                  </a:lnTo>
                  <a:lnTo>
                    <a:pt x="259435" y="541769"/>
                  </a:lnTo>
                  <a:lnTo>
                    <a:pt x="259435" y="542912"/>
                  </a:lnTo>
                  <a:lnTo>
                    <a:pt x="302996" y="542912"/>
                  </a:lnTo>
                  <a:close/>
                </a:path>
                <a:path w="427354" h="542925">
                  <a:moveTo>
                    <a:pt x="426821" y="190639"/>
                  </a:moveTo>
                  <a:lnTo>
                    <a:pt x="422351" y="152374"/>
                  </a:lnTo>
                  <a:lnTo>
                    <a:pt x="420852" y="139763"/>
                  </a:lnTo>
                  <a:lnTo>
                    <a:pt x="416877" y="110007"/>
                  </a:lnTo>
                  <a:lnTo>
                    <a:pt x="413372" y="80251"/>
                  </a:lnTo>
                  <a:lnTo>
                    <a:pt x="411226" y="50380"/>
                  </a:lnTo>
                  <a:lnTo>
                    <a:pt x="411251" y="16103"/>
                  </a:lnTo>
                  <a:lnTo>
                    <a:pt x="409676" y="11391"/>
                  </a:lnTo>
                  <a:lnTo>
                    <a:pt x="407390" y="8102"/>
                  </a:lnTo>
                  <a:lnTo>
                    <a:pt x="403326" y="2755"/>
                  </a:lnTo>
                  <a:lnTo>
                    <a:pt x="395452" y="0"/>
                  </a:lnTo>
                  <a:lnTo>
                    <a:pt x="383514" y="0"/>
                  </a:lnTo>
                  <a:lnTo>
                    <a:pt x="360781" y="24206"/>
                  </a:lnTo>
                  <a:lnTo>
                    <a:pt x="362534" y="43954"/>
                  </a:lnTo>
                  <a:lnTo>
                    <a:pt x="364337" y="63766"/>
                  </a:lnTo>
                  <a:lnTo>
                    <a:pt x="366420" y="83578"/>
                  </a:lnTo>
                  <a:lnTo>
                    <a:pt x="369036" y="103314"/>
                  </a:lnTo>
                  <a:lnTo>
                    <a:pt x="373532" y="134353"/>
                  </a:lnTo>
                  <a:lnTo>
                    <a:pt x="376745" y="165442"/>
                  </a:lnTo>
                  <a:lnTo>
                    <a:pt x="378104" y="196672"/>
                  </a:lnTo>
                  <a:lnTo>
                    <a:pt x="377037" y="228066"/>
                  </a:lnTo>
                  <a:lnTo>
                    <a:pt x="375170" y="250317"/>
                  </a:lnTo>
                  <a:lnTo>
                    <a:pt x="373456" y="272351"/>
                  </a:lnTo>
                  <a:lnTo>
                    <a:pt x="372186" y="294424"/>
                  </a:lnTo>
                  <a:lnTo>
                    <a:pt x="371703" y="316395"/>
                  </a:lnTo>
                  <a:lnTo>
                    <a:pt x="371716" y="373519"/>
                  </a:lnTo>
                  <a:lnTo>
                    <a:pt x="372186" y="430606"/>
                  </a:lnTo>
                  <a:lnTo>
                    <a:pt x="372935" y="487629"/>
                  </a:lnTo>
                  <a:lnTo>
                    <a:pt x="373710" y="542912"/>
                  </a:lnTo>
                  <a:lnTo>
                    <a:pt x="421233" y="542912"/>
                  </a:lnTo>
                  <a:lnTo>
                    <a:pt x="421233" y="531774"/>
                  </a:lnTo>
                  <a:lnTo>
                    <a:pt x="420192" y="419493"/>
                  </a:lnTo>
                  <a:lnTo>
                    <a:pt x="419912" y="373519"/>
                  </a:lnTo>
                  <a:lnTo>
                    <a:pt x="419836" y="307200"/>
                  </a:lnTo>
                  <a:lnTo>
                    <a:pt x="420763" y="288239"/>
                  </a:lnTo>
                  <a:lnTo>
                    <a:pt x="422605" y="269278"/>
                  </a:lnTo>
                  <a:lnTo>
                    <a:pt x="424827" y="250228"/>
                  </a:lnTo>
                  <a:lnTo>
                    <a:pt x="426821" y="231355"/>
                  </a:lnTo>
                  <a:lnTo>
                    <a:pt x="426821" y="190639"/>
                  </a:lnTo>
                  <a:close/>
                </a:path>
              </a:pathLst>
            </a:custGeom>
            <a:solidFill>
              <a:srgbClr val="133A36"/>
            </a:solidFill>
          </p:spPr>
          <p:txBody>
            <a:bodyPr wrap="square" lIns="0" tIns="0" rIns="0" bIns="0" rtlCol="0"/>
            <a:lstStyle/>
            <a:p>
              <a:endParaRPr/>
            </a:p>
          </p:txBody>
        </p:sp>
      </p:grpSp>
    </p:spTree>
  </p:cSld>
  <p:clrMapOvr>
    <a:overrideClrMapping bg1="dk1" tx1="lt1" bg2="dk2" tx2="lt2" accent1="accent1" accent2="accent2" accent3="accent3" accent4="accent4" accent5="accent5" accent6="accent6" hlink="hlink" folHlink="folHlink"/>
  </p:clrMapOvr>
  <p:transition>
    <p:dissolv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 xmlns:a16="http://schemas.microsoft.com/office/drawing/2014/main" id="{231BF440-39FA-4087-84CC-2EEC0BBDAF2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 xmlns:a16="http://schemas.microsoft.com/office/drawing/2014/main" id="{880ED12E-F5D3-83DB-0BEC-7DF3F5505E25}"/>
              </a:ext>
            </a:extLst>
          </p:cNvPr>
          <p:cNvPicPr>
            <a:picLocks noChangeAspect="1"/>
          </p:cNvPicPr>
          <p:nvPr/>
        </p:nvPicPr>
        <p:blipFill rotWithShape="1">
          <a:blip r:embed="rId2" cstate="print"/>
          <a:srcRect t="8284" b="10184"/>
          <a:stretch/>
        </p:blipFill>
        <p:spPr>
          <a:xfrm>
            <a:off x="3662268" y="10"/>
            <a:ext cx="5481732" cy="3364982"/>
          </a:xfrm>
          <a:custGeom>
            <a:avLst/>
            <a:gdLst/>
            <a:ahLst/>
            <a:cxnLst/>
            <a:rect l="l" t="t" r="r" b="b"/>
            <a:pathLst>
              <a:path w="7308975" h="3364992">
                <a:moveTo>
                  <a:pt x="0" y="0"/>
                </a:moveTo>
                <a:lnTo>
                  <a:pt x="7308975" y="0"/>
                </a:lnTo>
                <a:lnTo>
                  <a:pt x="7308975" y="3364992"/>
                </a:lnTo>
                <a:lnTo>
                  <a:pt x="1210305" y="3364992"/>
                </a:lnTo>
                <a:lnTo>
                  <a:pt x="1192705" y="2943200"/>
                </a:lnTo>
                <a:cubicBezTo>
                  <a:pt x="1098874" y="1825108"/>
                  <a:pt x="684692" y="821621"/>
                  <a:pt x="62981" y="69271"/>
                </a:cubicBezTo>
                <a:close/>
              </a:path>
            </a:pathLst>
          </a:custGeom>
        </p:spPr>
      </p:pic>
      <p:pic>
        <p:nvPicPr>
          <p:cNvPr id="4" name="Picture 3">
            <a:extLst>
              <a:ext uri="{FF2B5EF4-FFF2-40B4-BE49-F238E27FC236}">
                <a16:creationId xmlns="" xmlns:a16="http://schemas.microsoft.com/office/drawing/2014/main" id="{51CF0328-E549-76AE-1303-15F04459823E}"/>
              </a:ext>
            </a:extLst>
          </p:cNvPr>
          <p:cNvPicPr>
            <a:picLocks noChangeAspect="1"/>
          </p:cNvPicPr>
          <p:nvPr/>
        </p:nvPicPr>
        <p:blipFill rotWithShape="1">
          <a:blip r:embed="rId3" cstate="print"/>
          <a:srcRect t="7754" r="2" b="2"/>
          <a:stretch/>
        </p:blipFill>
        <p:spPr>
          <a:xfrm>
            <a:off x="3694426" y="3512748"/>
            <a:ext cx="5449573" cy="3345251"/>
          </a:xfrm>
          <a:custGeom>
            <a:avLst/>
            <a:gdLst/>
            <a:ahLst/>
            <a:cxnLst/>
            <a:rect l="l" t="t" r="r" b="b"/>
            <a:pathLst>
              <a:path w="7308975" h="3364992">
                <a:moveTo>
                  <a:pt x="1210305" y="0"/>
                </a:moveTo>
                <a:lnTo>
                  <a:pt x="7308975" y="0"/>
                </a:lnTo>
                <a:lnTo>
                  <a:pt x="7308975" y="3364992"/>
                </a:lnTo>
                <a:lnTo>
                  <a:pt x="0" y="3364992"/>
                </a:lnTo>
                <a:lnTo>
                  <a:pt x="62981" y="3295722"/>
                </a:lnTo>
                <a:cubicBezTo>
                  <a:pt x="684692" y="2543371"/>
                  <a:pt x="1098874" y="1539884"/>
                  <a:pt x="1192705" y="421793"/>
                </a:cubicBezTo>
                <a:close/>
              </a:path>
            </a:pathLst>
          </a:custGeom>
        </p:spPr>
      </p:pic>
      <p:sp useBgFill="1">
        <p:nvSpPr>
          <p:cNvPr id="13" name="Freeform: Shape 12">
            <a:extLst>
              <a:ext uri="{FF2B5EF4-FFF2-40B4-BE49-F238E27FC236}">
                <a16:creationId xmlns="" xmlns:a16="http://schemas.microsoft.com/office/drawing/2014/main" id="{F04E4CBA-303B-48BD-8451-C2701CB0EEB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4572000" cy="6858000"/>
          </a:xfrm>
          <a:custGeom>
            <a:avLst/>
            <a:gdLst>
              <a:gd name="connsiteX0" fmla="*/ 0 w 6096001"/>
              <a:gd name="connsiteY0" fmla="*/ 0 h 6858000"/>
              <a:gd name="connsiteX1" fmla="*/ 4883024 w 6096001"/>
              <a:gd name="connsiteY1" fmla="*/ 0 h 6858000"/>
              <a:gd name="connsiteX2" fmla="*/ 4946006 w 6096001"/>
              <a:gd name="connsiteY2" fmla="*/ 69271 h 6858000"/>
              <a:gd name="connsiteX3" fmla="*/ 6096001 w 6096001"/>
              <a:gd name="connsiteY3" fmla="*/ 3429000 h 6858000"/>
              <a:gd name="connsiteX4" fmla="*/ 4946006 w 6096001"/>
              <a:gd name="connsiteY4" fmla="*/ 6788730 h 6858000"/>
              <a:gd name="connsiteX5" fmla="*/ 4883024 w 6096001"/>
              <a:gd name="connsiteY5" fmla="*/ 6858000 h 6858000"/>
              <a:gd name="connsiteX6" fmla="*/ 0 w 60960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1" h="6858000">
                <a:moveTo>
                  <a:pt x="0" y="0"/>
                </a:moveTo>
                <a:lnTo>
                  <a:pt x="4883024" y="0"/>
                </a:lnTo>
                <a:lnTo>
                  <a:pt x="4946006" y="69271"/>
                </a:lnTo>
                <a:cubicBezTo>
                  <a:pt x="5656532" y="929100"/>
                  <a:pt x="6096001" y="2116944"/>
                  <a:pt x="6096001" y="3429000"/>
                </a:cubicBezTo>
                <a:cubicBezTo>
                  <a:pt x="6096001" y="4741056"/>
                  <a:pt x="5656532" y="5928900"/>
                  <a:pt x="4946006" y="6788730"/>
                </a:cubicBezTo>
                <a:lnTo>
                  <a:pt x="4883024"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Freeform: Shape 14">
            <a:extLst>
              <a:ext uri="{FF2B5EF4-FFF2-40B4-BE49-F238E27FC236}">
                <a16:creationId xmlns="" xmlns:a16="http://schemas.microsoft.com/office/drawing/2014/main" id="{F6CA58B3-AFCC-4A40-9882-50D5080879B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4565499" cy="6858000"/>
          </a:xfrm>
          <a:custGeom>
            <a:avLst/>
            <a:gdLst>
              <a:gd name="connsiteX0" fmla="*/ 0 w 6087332"/>
              <a:gd name="connsiteY0" fmla="*/ 0 h 6858000"/>
              <a:gd name="connsiteX1" fmla="*/ 4874355 w 6087332"/>
              <a:gd name="connsiteY1" fmla="*/ 0 h 6858000"/>
              <a:gd name="connsiteX2" fmla="*/ 4937337 w 6087332"/>
              <a:gd name="connsiteY2" fmla="*/ 69271 h 6858000"/>
              <a:gd name="connsiteX3" fmla="*/ 6087332 w 6087332"/>
              <a:gd name="connsiteY3" fmla="*/ 3429000 h 6858000"/>
              <a:gd name="connsiteX4" fmla="*/ 4937337 w 6087332"/>
              <a:gd name="connsiteY4" fmla="*/ 6788730 h 6858000"/>
              <a:gd name="connsiteX5" fmla="*/ 4874355 w 6087332"/>
              <a:gd name="connsiteY5" fmla="*/ 6858000 h 6858000"/>
              <a:gd name="connsiteX6" fmla="*/ 0 w 6087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7332" h="6858000">
                <a:moveTo>
                  <a:pt x="0" y="0"/>
                </a:moveTo>
                <a:lnTo>
                  <a:pt x="4874355" y="0"/>
                </a:lnTo>
                <a:lnTo>
                  <a:pt x="4937337" y="69271"/>
                </a:lnTo>
                <a:cubicBezTo>
                  <a:pt x="5647863" y="929100"/>
                  <a:pt x="6087332" y="2116944"/>
                  <a:pt x="6087332" y="3429000"/>
                </a:cubicBezTo>
                <a:cubicBezTo>
                  <a:pt x="6087332" y="4741056"/>
                  <a:pt x="5647863" y="5928900"/>
                  <a:pt x="4937337" y="6788730"/>
                </a:cubicBezTo>
                <a:lnTo>
                  <a:pt x="4874355"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p:cNvSpPr>
            <a:spLocks noGrp="1"/>
          </p:cNvSpPr>
          <p:nvPr>
            <p:ph type="title"/>
          </p:nvPr>
        </p:nvSpPr>
        <p:spPr>
          <a:xfrm>
            <a:off x="336042" y="859536"/>
            <a:ext cx="3624601" cy="1243584"/>
          </a:xfrm>
        </p:spPr>
        <p:style>
          <a:lnRef idx="1">
            <a:schemeClr val="accent4"/>
          </a:lnRef>
          <a:fillRef idx="2">
            <a:schemeClr val="accent4"/>
          </a:fillRef>
          <a:effectRef idx="1">
            <a:schemeClr val="accent4"/>
          </a:effectRef>
          <a:fontRef idx="minor">
            <a:schemeClr val="dk1"/>
          </a:fontRef>
        </p:style>
        <p:txBody>
          <a:bodyPr>
            <a:normAutofit/>
          </a:bodyPr>
          <a:lstStyle/>
          <a:p>
            <a:r>
              <a:rPr lang="en" sz="3000"/>
              <a:t>Solution</a:t>
            </a:r>
            <a:endParaRPr lang="en-US" sz="3000"/>
          </a:p>
        </p:txBody>
      </p:sp>
      <p:sp>
        <p:nvSpPr>
          <p:cNvPr id="17" name="Rectangle 16">
            <a:extLst>
              <a:ext uri="{FF2B5EF4-FFF2-40B4-BE49-F238E27FC236}">
                <a16:creationId xmlns="" xmlns:a16="http://schemas.microsoft.com/office/drawing/2014/main" id="{75C56826-D4E5-42ED-8529-079651CB300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1152144"/>
            <a:ext cx="96012"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19" name="Rectangle 18">
            <a:extLst>
              <a:ext uri="{FF2B5EF4-FFF2-40B4-BE49-F238E27FC236}">
                <a16:creationId xmlns="" xmlns:a16="http://schemas.microsoft.com/office/drawing/2014/main" id="{82095FCE-EF05-4443-B97A-85DEE3A5CA1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337158" y="2194560"/>
            <a:ext cx="3669030" cy="18288"/>
          </a:xfrm>
          <a:prstGeom prst="rect">
            <a:avLst/>
          </a:prstGeom>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 xmlns:a16="http://schemas.microsoft.com/office/drawing/2014/main" id="{CA00AE6B-AA30-4CF8-BA6F-339B780AD76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337158" y="2194560"/>
            <a:ext cx="366903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idx="1"/>
          </p:nvPr>
        </p:nvSpPr>
        <p:spPr>
          <a:xfrm>
            <a:off x="336041" y="2250876"/>
            <a:ext cx="3624602" cy="3664351"/>
          </a:xfrm>
        </p:spPr>
        <p:style>
          <a:lnRef idx="1">
            <a:schemeClr val="accent3"/>
          </a:lnRef>
          <a:fillRef idx="2">
            <a:schemeClr val="accent3"/>
          </a:fillRef>
          <a:effectRef idx="1">
            <a:schemeClr val="accent3"/>
          </a:effectRef>
          <a:fontRef idx="minor">
            <a:schemeClr val="dk1"/>
          </a:fontRef>
        </p:style>
        <p:txBody>
          <a:bodyPr>
            <a:normAutofit/>
          </a:bodyPr>
          <a:lstStyle/>
          <a:p>
            <a:pPr>
              <a:buNone/>
            </a:pPr>
            <a:r>
              <a:rPr lang="en-US" sz="1700" dirty="0"/>
              <a:t>We can do this with the help of an advanced technique known as hydroseeding. It is a mechanical method of applying </a:t>
            </a:r>
            <a:r>
              <a:rPr lang="en-US" sz="1700" dirty="0" smtClean="0"/>
              <a:t>sensed, </a:t>
            </a:r>
            <a:r>
              <a:rPr lang="en-US" sz="1700" dirty="0"/>
              <a:t>fertilizer and mulch to land in </a:t>
            </a:r>
            <a:r>
              <a:rPr lang="en-US" sz="1700" dirty="0" smtClean="0"/>
              <a:t>ore </a:t>
            </a:r>
            <a:r>
              <a:rPr lang="en-US" sz="1700" dirty="0"/>
              <a:t>step. And the equipment that is used in this method is known as mechanical agitated </a:t>
            </a:r>
            <a:r>
              <a:rPr lang="en-US" sz="1700" dirty="0" err="1" smtClean="0"/>
              <a:t>hydroseeder</a:t>
            </a:r>
            <a:r>
              <a:rPr lang="en-US" sz="1700" dirty="0" smtClean="0"/>
              <a:t>. </a:t>
            </a:r>
            <a:r>
              <a:rPr lang="en-US" sz="1700" dirty="0"/>
              <a:t>1. Tackifiers can be used for the application to help keep the seed in place 2. And it provides mulching medium around the seed to hold moisture.</a:t>
            </a:r>
          </a:p>
        </p:txBody>
      </p:sp>
    </p:spTree>
  </p:cSld>
  <p:clrMapOvr>
    <a:masterClrMapping/>
  </p:clrMapOvr>
  <p:transition>
    <p:wedg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87424"/>
            <a:ext cx="9144000" cy="2448272"/>
          </a:xfrm>
        </p:spPr>
        <p:style>
          <a:lnRef idx="1">
            <a:schemeClr val="accent3"/>
          </a:lnRef>
          <a:fillRef idx="2">
            <a:schemeClr val="accent3"/>
          </a:fillRef>
          <a:effectRef idx="1">
            <a:schemeClr val="accent3"/>
          </a:effectRef>
          <a:fontRef idx="minor">
            <a:schemeClr val="dk1"/>
          </a:fontRef>
        </p:style>
        <p:txBody>
          <a:bodyPr>
            <a:normAutofit fontScale="90000"/>
          </a:bodyPr>
          <a:lstStyle/>
          <a:p>
            <a:pPr lvl="0"/>
            <a:r>
              <a:rPr lang="en-US" dirty="0"/>
              <a:t>Designer business concept (how the project would become financially sustainable) :</a:t>
            </a:r>
            <a:r>
              <a:rPr lang="en-US" dirty="0">
                <a:solidFill>
                  <a:srgbClr val="000000"/>
                </a:solidFill>
                <a:latin typeface="Arial"/>
                <a:ea typeface="Arial"/>
                <a:cs typeface="Arial"/>
                <a:sym typeface="Arial"/>
              </a:rPr>
              <a:t/>
            </a:r>
            <a:br>
              <a:rPr lang="en-US" dirty="0">
                <a:solidFill>
                  <a:srgbClr val="000000"/>
                </a:solidFill>
                <a:latin typeface="Arial"/>
                <a:ea typeface="Arial"/>
                <a:cs typeface="Arial"/>
                <a:sym typeface="Arial"/>
              </a:rPr>
            </a:br>
            <a:endParaRPr lang="en-US" dirty="0"/>
          </a:p>
        </p:txBody>
      </p:sp>
      <p:sp>
        <p:nvSpPr>
          <p:cNvPr id="3" name="Content Placeholder 2"/>
          <p:cNvSpPr>
            <a:spLocks noGrp="1"/>
          </p:cNvSpPr>
          <p:nvPr>
            <p:ph idx="1"/>
          </p:nvPr>
        </p:nvSpPr>
        <p:spPr>
          <a:xfrm>
            <a:off x="28846" y="2132856"/>
            <a:ext cx="9144000" cy="4725144"/>
          </a:xfrm>
        </p:spPr>
        <p:style>
          <a:lnRef idx="1">
            <a:schemeClr val="accent5"/>
          </a:lnRef>
          <a:fillRef idx="2">
            <a:schemeClr val="accent5"/>
          </a:fillRef>
          <a:effectRef idx="1">
            <a:schemeClr val="accent5"/>
          </a:effectRef>
          <a:fontRef idx="minor">
            <a:schemeClr val="dk1"/>
          </a:fontRef>
        </p:style>
        <p:txBody>
          <a:bodyPr>
            <a:normAutofit/>
          </a:bodyPr>
          <a:lstStyle/>
          <a:p>
            <a:pPr marL="457200" indent="-457200">
              <a:buAutoNum type="arabicPeriod"/>
            </a:pPr>
            <a:r>
              <a:rPr lang="en-US" sz="2000" dirty="0"/>
              <a:t>Service provision : offering </a:t>
            </a:r>
            <a:r>
              <a:rPr lang="en-US" sz="2000" dirty="0" smtClean="0"/>
              <a:t>hydro seeding </a:t>
            </a:r>
            <a:r>
              <a:rPr lang="en-US" sz="2000" dirty="0"/>
              <a:t>services to control erosion and make it suitable for farming or </a:t>
            </a:r>
            <a:r>
              <a:rPr lang="en-US" sz="2000" dirty="0" smtClean="0"/>
              <a:t>revegetation </a:t>
            </a:r>
            <a:r>
              <a:rPr lang="en-US" sz="2000" dirty="0"/>
              <a:t>project</a:t>
            </a:r>
          </a:p>
          <a:p>
            <a:pPr marL="0" indent="0">
              <a:buNone/>
            </a:pPr>
            <a:r>
              <a:rPr lang="en-US" sz="2000" dirty="0"/>
              <a:t> 2. Customization : tailoring </a:t>
            </a:r>
            <a:r>
              <a:rPr lang="en-US" sz="2000" dirty="0" smtClean="0"/>
              <a:t>hydro seeding </a:t>
            </a:r>
            <a:r>
              <a:rPr lang="en-US" sz="2000" dirty="0"/>
              <a:t>mixes based on client means.( Specific </a:t>
            </a:r>
            <a:r>
              <a:rPr lang="en-US" sz="2000" dirty="0" smtClean="0"/>
              <a:t>mixes, seed </a:t>
            </a:r>
            <a:r>
              <a:rPr lang="en-US" sz="2000" dirty="0"/>
              <a:t>types, soil conditions). It allows premium and repeat business</a:t>
            </a:r>
          </a:p>
          <a:p>
            <a:pPr marL="0" indent="0">
              <a:buNone/>
            </a:pPr>
            <a:r>
              <a:rPr lang="en-US" sz="2000" dirty="0"/>
              <a:t> 3. Efficiency : it is faster and more efficient than traditional seeding methods. This efficiency enables contractors to take more projects within a given time frame there by increasing revenue potential.</a:t>
            </a:r>
          </a:p>
          <a:p>
            <a:pPr marL="0" indent="0">
              <a:buNone/>
            </a:pPr>
            <a:r>
              <a:rPr lang="en-US" sz="2000" dirty="0"/>
              <a:t> 4. Environment benefits: it reduces erosion improve soil health and can there for attract environmental conscious clients who are willing to pay a premium for landscape solution</a:t>
            </a:r>
          </a:p>
          <a:p>
            <a:pPr marL="0" indent="0">
              <a:buNone/>
            </a:pPr>
            <a:r>
              <a:rPr lang="en-US" sz="2000" dirty="0"/>
              <a:t> 5. Equipment sales and rentals : besides offering services rent in </a:t>
            </a:r>
            <a:r>
              <a:rPr lang="en-US" sz="2000" dirty="0" smtClean="0"/>
              <a:t>hydro seeding </a:t>
            </a:r>
            <a:r>
              <a:rPr lang="en-US" sz="2000" dirty="0"/>
              <a:t>equipment to other contractors or </a:t>
            </a:r>
            <a:r>
              <a:rPr lang="en-US" sz="2000" dirty="0" smtClean="0"/>
              <a:t>organizations </a:t>
            </a:r>
            <a:r>
              <a:rPr lang="en-US" sz="2000" dirty="0"/>
              <a:t>expense revenue opportunities</a:t>
            </a:r>
          </a:p>
        </p:txBody>
      </p:sp>
    </p:spTree>
  </p:cSld>
  <p:clrMapOvr>
    <a:masterClrMapping/>
  </p:clrMapOvr>
  <p:transition>
    <p:wipe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7146"/>
            <a:ext cx="9144000" cy="1417638"/>
          </a:xfrm>
        </p:spPr>
        <p:style>
          <a:lnRef idx="0">
            <a:schemeClr val="accent5"/>
          </a:lnRef>
          <a:fillRef idx="3">
            <a:schemeClr val="accent5"/>
          </a:fillRef>
          <a:effectRef idx="3">
            <a:schemeClr val="accent5"/>
          </a:effectRef>
          <a:fontRef idx="minor">
            <a:schemeClr val="lt1"/>
          </a:fontRef>
        </p:style>
        <p:txBody>
          <a:bodyPr>
            <a:normAutofit/>
          </a:bodyPr>
          <a:lstStyle/>
          <a:p>
            <a:pPr>
              <a:buNone/>
            </a:pPr>
            <a:r>
              <a:rPr lang="en-IN" dirty="0">
                <a:solidFill>
                  <a:schemeClr val="bg2"/>
                </a:solidFill>
              </a:rPr>
              <a:t>Build your business Canvas </a:t>
            </a:r>
            <a:endParaRPr lang="en-US" sz="8800" b="1" u="sng" dirty="0">
              <a:solidFill>
                <a:schemeClr val="bg2"/>
              </a:solidFill>
            </a:endParaRPr>
          </a:p>
        </p:txBody>
      </p:sp>
      <p:sp>
        <p:nvSpPr>
          <p:cNvPr id="3" name="Content Placeholder 2"/>
          <p:cNvSpPr>
            <a:spLocks noGrp="1"/>
          </p:cNvSpPr>
          <p:nvPr>
            <p:ph idx="1"/>
          </p:nvPr>
        </p:nvSpPr>
        <p:spPr>
          <a:xfrm>
            <a:off x="0" y="1484784"/>
            <a:ext cx="9144000" cy="5373216"/>
          </a:xfrm>
        </p:spPr>
        <p:style>
          <a:lnRef idx="1">
            <a:schemeClr val="accent3"/>
          </a:lnRef>
          <a:fillRef idx="2">
            <a:schemeClr val="accent3"/>
          </a:fillRef>
          <a:effectRef idx="1">
            <a:schemeClr val="accent3"/>
          </a:effectRef>
          <a:fontRef idx="minor">
            <a:schemeClr val="dk1"/>
          </a:fontRef>
        </p:style>
        <p:txBody>
          <a:bodyPr>
            <a:normAutofit fontScale="85000" lnSpcReduction="10000"/>
          </a:bodyPr>
          <a:lstStyle/>
          <a:p>
            <a:pPr marL="457200" indent="-457200">
              <a:buAutoNum type="alphaUcPeriod"/>
            </a:pPr>
            <a:r>
              <a:rPr lang="en-US" sz="2000" b="1" u="sng" dirty="0"/>
              <a:t>customer segment : </a:t>
            </a:r>
          </a:p>
          <a:p>
            <a:pPr marL="0" indent="0">
              <a:buNone/>
            </a:pPr>
            <a:r>
              <a:rPr lang="en-US" sz="2000" b="1" u="sng" dirty="0"/>
              <a:t>  </a:t>
            </a:r>
            <a:r>
              <a:rPr lang="en-US" sz="2000" dirty="0"/>
              <a:t>● Government agencies : municipalities in environmental agencies for erosion control and land rehabilitation project</a:t>
            </a:r>
          </a:p>
          <a:p>
            <a:pPr marL="0" indent="0">
              <a:buNone/>
            </a:pPr>
            <a:r>
              <a:rPr lang="en-US" sz="2000" dirty="0"/>
              <a:t> B. </a:t>
            </a:r>
            <a:r>
              <a:rPr lang="en-US" sz="2000" b="1" u="sng" dirty="0"/>
              <a:t>Value propositions : </a:t>
            </a:r>
          </a:p>
          <a:p>
            <a:pPr marL="0" indent="0">
              <a:buNone/>
            </a:pPr>
            <a:r>
              <a:rPr lang="en-US" sz="2000" dirty="0"/>
              <a:t>  ● Efficient seeding solution : faster and </a:t>
            </a:r>
            <a:r>
              <a:rPr lang="en-US" sz="2000" dirty="0" smtClean="0"/>
              <a:t>more </a:t>
            </a:r>
            <a:r>
              <a:rPr lang="en-US" sz="2000" dirty="0" smtClean="0"/>
              <a:t>effective </a:t>
            </a:r>
            <a:r>
              <a:rPr lang="en-US" sz="2000" dirty="0"/>
              <a:t>than traditional seeding methods</a:t>
            </a:r>
          </a:p>
          <a:p>
            <a:pPr marL="0" indent="0">
              <a:buNone/>
            </a:pPr>
            <a:r>
              <a:rPr lang="en-US" sz="2000" dirty="0"/>
              <a:t>  ● Customer seed mixes : tailored to specific soil types, climate conditions in client preferences </a:t>
            </a:r>
          </a:p>
          <a:p>
            <a:pPr marL="0" indent="0">
              <a:buNone/>
            </a:pPr>
            <a:r>
              <a:rPr lang="en-US" sz="2000" dirty="0"/>
              <a:t>C. </a:t>
            </a:r>
            <a:r>
              <a:rPr lang="en-US" sz="2000" b="1" u="sng" dirty="0"/>
              <a:t>Channels</a:t>
            </a:r>
            <a:r>
              <a:rPr lang="en-US" sz="2000" dirty="0"/>
              <a:t> :</a:t>
            </a:r>
          </a:p>
          <a:p>
            <a:pPr marL="0" indent="0">
              <a:buNone/>
            </a:pPr>
            <a:r>
              <a:rPr lang="en-US" sz="2000" dirty="0"/>
              <a:t>  ● Direct sales : website, social media and direct marketing to attract clients </a:t>
            </a:r>
          </a:p>
          <a:p>
            <a:pPr marL="0" indent="0">
              <a:buNone/>
            </a:pPr>
            <a:r>
              <a:rPr lang="en-US" sz="2000" dirty="0"/>
              <a:t>  ● Partnership : collaborate with landscaping companies and government agencies</a:t>
            </a:r>
          </a:p>
          <a:p>
            <a:pPr marL="0" indent="0">
              <a:buNone/>
            </a:pPr>
            <a:r>
              <a:rPr lang="en-US" sz="2000" dirty="0"/>
              <a:t> D. </a:t>
            </a:r>
            <a:r>
              <a:rPr lang="en-US" sz="2000" b="1" u="sng" dirty="0"/>
              <a:t>Customer relationship : </a:t>
            </a:r>
          </a:p>
          <a:p>
            <a:pPr marL="0" indent="0">
              <a:buNone/>
            </a:pPr>
            <a:r>
              <a:rPr lang="en-US" sz="2000" dirty="0"/>
              <a:t>  ● </a:t>
            </a:r>
            <a:r>
              <a:rPr lang="en-US" sz="2000" dirty="0" smtClean="0"/>
              <a:t>Personalized </a:t>
            </a:r>
            <a:r>
              <a:rPr lang="en-US" sz="2000" dirty="0"/>
              <a:t>service : consultation and seed </a:t>
            </a:r>
            <a:r>
              <a:rPr lang="en-US" sz="2000" dirty="0" smtClean="0"/>
              <a:t>mix selection </a:t>
            </a:r>
            <a:r>
              <a:rPr lang="en-US" sz="2000" dirty="0"/>
              <a:t>and project planning </a:t>
            </a:r>
          </a:p>
          <a:p>
            <a:pPr marL="0" indent="0">
              <a:buNone/>
            </a:pPr>
            <a:r>
              <a:rPr lang="en-US" sz="2000" dirty="0"/>
              <a:t>  ● Customer support : assistance with post seeding maintenance and trouble shooting </a:t>
            </a:r>
          </a:p>
          <a:p>
            <a:pPr marL="0" indent="0">
              <a:buNone/>
            </a:pPr>
            <a:r>
              <a:rPr lang="en-US" sz="2000" dirty="0"/>
              <a:t>E. </a:t>
            </a:r>
            <a:r>
              <a:rPr lang="en-US" sz="2000" b="1" u="sng" dirty="0"/>
              <a:t>Revenue stream : </a:t>
            </a:r>
          </a:p>
          <a:p>
            <a:pPr marL="0" indent="0">
              <a:buNone/>
            </a:pPr>
            <a:r>
              <a:rPr lang="en-US" sz="2000" dirty="0"/>
              <a:t>  ● Hydroseeding services : one time fees for seeding projects based on area and complexity</a:t>
            </a:r>
          </a:p>
          <a:p>
            <a:pPr marL="0" indent="0">
              <a:buNone/>
            </a:pPr>
            <a:r>
              <a:rPr lang="en-US" sz="2000" dirty="0"/>
              <a:t>   ● Equipment sales : renting out equipment to other contractors </a:t>
            </a:r>
          </a:p>
          <a:p>
            <a:pPr marL="0" indent="0">
              <a:buNone/>
            </a:pPr>
            <a:r>
              <a:rPr lang="en-US" sz="2000" dirty="0"/>
              <a:t>F. </a:t>
            </a:r>
            <a:r>
              <a:rPr lang="en-US" sz="2000" b="1" u="sng" dirty="0"/>
              <a:t>Key resources : </a:t>
            </a:r>
          </a:p>
          <a:p>
            <a:pPr marL="0" indent="0">
              <a:buNone/>
            </a:pPr>
            <a:r>
              <a:rPr lang="en-US" sz="2000" dirty="0"/>
              <a:t>  ● Hydroseeding equipment : high quality machines for higher efficiency</a:t>
            </a:r>
          </a:p>
          <a:p>
            <a:pPr marL="0" indent="0">
              <a:buNone/>
            </a:pPr>
            <a:r>
              <a:rPr lang="en-US" sz="2000" dirty="0"/>
              <a:t>  ● Skilled workforce : trained technicians for operating equipment and management project.</a:t>
            </a:r>
          </a:p>
        </p:txBody>
      </p:sp>
    </p:spTree>
    <p:extLst>
      <p:ext uri="{BB962C8B-B14F-4D97-AF65-F5344CB8AC3E}">
        <p14:creationId xmlns="" xmlns:p14="http://schemas.microsoft.com/office/powerpoint/2010/main" val="1576316377"/>
      </p:ext>
    </p:extLst>
  </p:cSld>
  <p:clrMapOvr>
    <a:masterClrMapping/>
  </p:clrMapOvr>
  <p:transition>
    <p:dissolv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00" y="0"/>
            <a:ext cx="9144000" cy="1417638"/>
          </a:xfrm>
        </p:spPr>
        <p:style>
          <a:lnRef idx="0">
            <a:schemeClr val="accent5"/>
          </a:lnRef>
          <a:fillRef idx="3">
            <a:schemeClr val="accent5"/>
          </a:fillRef>
          <a:effectRef idx="3">
            <a:schemeClr val="accent5"/>
          </a:effectRef>
          <a:fontRef idx="minor">
            <a:schemeClr val="lt1"/>
          </a:fontRef>
        </p:style>
        <p:txBody>
          <a:bodyPr>
            <a:normAutofit/>
          </a:bodyPr>
          <a:lstStyle/>
          <a:p>
            <a:pPr>
              <a:buNone/>
            </a:pPr>
            <a:r>
              <a:rPr lang="en-US" sz="3600" b="1" u="sng" dirty="0"/>
              <a:t>SWOT ANALYSIS</a:t>
            </a:r>
          </a:p>
        </p:txBody>
      </p:sp>
      <p:sp>
        <p:nvSpPr>
          <p:cNvPr id="3" name="Content Placeholder 2"/>
          <p:cNvSpPr>
            <a:spLocks noGrp="1"/>
          </p:cNvSpPr>
          <p:nvPr>
            <p:ph idx="1"/>
          </p:nvPr>
        </p:nvSpPr>
        <p:spPr>
          <a:xfrm>
            <a:off x="0" y="1476858"/>
            <a:ext cx="9144000" cy="5373216"/>
          </a:xfrm>
        </p:spPr>
        <p:style>
          <a:lnRef idx="1">
            <a:schemeClr val="accent3"/>
          </a:lnRef>
          <a:fillRef idx="2">
            <a:schemeClr val="accent3"/>
          </a:fillRef>
          <a:effectRef idx="1">
            <a:schemeClr val="accent3"/>
          </a:effectRef>
          <a:fontRef idx="minor">
            <a:schemeClr val="dk1"/>
          </a:fontRef>
        </p:style>
        <p:txBody>
          <a:bodyPr>
            <a:normAutofit fontScale="62500" lnSpcReduction="20000"/>
          </a:bodyPr>
          <a:lstStyle/>
          <a:p>
            <a:pPr>
              <a:buNone/>
            </a:pPr>
            <a:r>
              <a:rPr lang="en-US" b="1" u="sng" dirty="0" smtClean="0"/>
              <a:t>A. Strengths </a:t>
            </a:r>
            <a:r>
              <a:rPr lang="en-US" b="1" u="sng" dirty="0"/>
              <a:t>:</a:t>
            </a:r>
          </a:p>
          <a:p>
            <a:pPr>
              <a:buNone/>
            </a:pPr>
            <a:r>
              <a:rPr lang="en-US" dirty="0"/>
              <a:t> ● Environmentally friendly : </a:t>
            </a:r>
            <a:r>
              <a:rPr lang="en-US" dirty="0" smtClean="0"/>
              <a:t>i</a:t>
            </a:r>
            <a:r>
              <a:rPr lang="en-US" dirty="0" smtClean="0"/>
              <a:t>t </a:t>
            </a:r>
            <a:r>
              <a:rPr lang="en-US" dirty="0" smtClean="0"/>
              <a:t>uses high-quality seed and mulch that promote soil conservation and prevent erosion.</a:t>
            </a:r>
            <a:endParaRPr lang="en-US" dirty="0"/>
          </a:p>
          <a:p>
            <a:pPr>
              <a:buNone/>
            </a:pPr>
            <a:r>
              <a:rPr lang="en-US" dirty="0"/>
              <a:t> ● Cost affective : generally more affordable than traditional seeding methods due to faster application and reduced </a:t>
            </a:r>
            <a:r>
              <a:rPr lang="en-US" dirty="0" smtClean="0"/>
              <a:t>labor </a:t>
            </a:r>
            <a:r>
              <a:rPr lang="en-US" dirty="0"/>
              <a:t>cost </a:t>
            </a:r>
          </a:p>
          <a:p>
            <a:pPr>
              <a:buNone/>
            </a:pPr>
            <a:r>
              <a:rPr lang="en-US" b="1" u="sng" dirty="0"/>
              <a:t>B. Weaknesses : </a:t>
            </a:r>
          </a:p>
          <a:p>
            <a:pPr>
              <a:buNone/>
            </a:pPr>
            <a:r>
              <a:rPr lang="en-US" dirty="0"/>
              <a:t> ● Weather dependency : application effectiveness can be hindered by advertise the conditions like heavy rain or extreme temperature</a:t>
            </a:r>
          </a:p>
          <a:p>
            <a:pPr>
              <a:buNone/>
            </a:pPr>
            <a:r>
              <a:rPr lang="en-US" dirty="0"/>
              <a:t> ● Skill intensive : required strain technicians for proper application and management</a:t>
            </a:r>
          </a:p>
          <a:p>
            <a:pPr>
              <a:buNone/>
            </a:pPr>
            <a:r>
              <a:rPr lang="en-US" dirty="0"/>
              <a:t> </a:t>
            </a:r>
            <a:r>
              <a:rPr lang="en-US" b="1" u="sng" dirty="0"/>
              <a:t>C. Opportunities </a:t>
            </a:r>
            <a:r>
              <a:rPr lang="en-US" dirty="0"/>
              <a:t>:</a:t>
            </a:r>
          </a:p>
          <a:p>
            <a:pPr>
              <a:buNone/>
            </a:pPr>
            <a:r>
              <a:rPr lang="en-US" dirty="0"/>
              <a:t> ● Government contract : opportunities to secure contracts for public infrastructure projects in land rehabilitation </a:t>
            </a:r>
          </a:p>
          <a:p>
            <a:pPr>
              <a:buNone/>
            </a:pPr>
            <a:r>
              <a:rPr lang="en-US" dirty="0"/>
              <a:t> ● Growing environmental awareness : increasing demand for sustainable landscaping </a:t>
            </a:r>
          </a:p>
          <a:p>
            <a:pPr>
              <a:buNone/>
            </a:pPr>
            <a:r>
              <a:rPr lang="en-US" dirty="0"/>
              <a:t>D</a:t>
            </a:r>
            <a:r>
              <a:rPr lang="en-US" b="1" u="sng" dirty="0"/>
              <a:t>. Threats : </a:t>
            </a:r>
          </a:p>
          <a:p>
            <a:pPr>
              <a:buNone/>
            </a:pPr>
            <a:r>
              <a:rPr lang="en-US" dirty="0"/>
              <a:t> ● Weather threats : application effectiveness can be hindred by adverse whether conditions like heavy rain or extreme temperature</a:t>
            </a:r>
          </a:p>
          <a:p>
            <a:pPr>
              <a:buNone/>
            </a:pPr>
            <a:r>
              <a:rPr lang="en-US" dirty="0" smtClean="0"/>
              <a:t> ● Price competition: price wars with competitors undercutting each others pricing affecting profitability.</a:t>
            </a:r>
            <a:endParaRPr lang="en-US" dirty="0"/>
          </a:p>
        </p:txBody>
      </p:sp>
    </p:spTree>
  </p:cSld>
  <p:clrMapOvr>
    <a:masterClrMapping/>
  </p:clrMapOvr>
  <p:transition>
    <p:dissolv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417638"/>
          </a:xfrm>
        </p:spPr>
        <p:style>
          <a:lnRef idx="0">
            <a:schemeClr val="accent5"/>
          </a:lnRef>
          <a:fillRef idx="3">
            <a:schemeClr val="accent5"/>
          </a:fillRef>
          <a:effectRef idx="3">
            <a:schemeClr val="accent5"/>
          </a:effectRef>
          <a:fontRef idx="minor">
            <a:schemeClr val="lt1"/>
          </a:fontRef>
        </p:style>
        <p:txBody>
          <a:bodyPr>
            <a:normAutofit/>
          </a:bodyPr>
          <a:lstStyle/>
          <a:p>
            <a:pPr>
              <a:buNone/>
            </a:pPr>
            <a:r>
              <a:rPr lang="en-US" sz="4000" b="1" i="1" u="sng" dirty="0">
                <a:solidFill>
                  <a:schemeClr val="tx1"/>
                </a:solidFill>
              </a:rPr>
              <a:t>Access and plan for scalability: </a:t>
            </a:r>
            <a:endParaRPr lang="en-US" sz="8000" b="1" i="1" u="sng" dirty="0">
              <a:solidFill>
                <a:schemeClr val="tx1"/>
              </a:solidFill>
            </a:endParaRPr>
          </a:p>
        </p:txBody>
      </p:sp>
      <p:sp>
        <p:nvSpPr>
          <p:cNvPr id="3" name="Content Placeholder 2"/>
          <p:cNvSpPr>
            <a:spLocks noGrp="1"/>
          </p:cNvSpPr>
          <p:nvPr>
            <p:ph idx="1"/>
          </p:nvPr>
        </p:nvSpPr>
        <p:spPr>
          <a:xfrm>
            <a:off x="0" y="1476858"/>
            <a:ext cx="9144000" cy="5373216"/>
          </a:xfrm>
        </p:spPr>
        <p:style>
          <a:lnRef idx="1">
            <a:schemeClr val="accent3"/>
          </a:lnRef>
          <a:fillRef idx="2">
            <a:schemeClr val="accent3"/>
          </a:fillRef>
          <a:effectRef idx="1">
            <a:schemeClr val="accent3"/>
          </a:effectRef>
          <a:fontRef idx="minor">
            <a:schemeClr val="dk1"/>
          </a:fontRef>
        </p:style>
        <p:txBody>
          <a:bodyPr>
            <a:normAutofit fontScale="70000" lnSpcReduction="20000"/>
          </a:bodyPr>
          <a:lstStyle/>
          <a:p>
            <a:pPr marL="0" indent="0">
              <a:buNone/>
            </a:pPr>
            <a:r>
              <a:rPr lang="en-US" b="1" u="sng" dirty="0"/>
              <a:t>A. </a:t>
            </a:r>
            <a:r>
              <a:rPr lang="en-US" b="1" u="sng" dirty="0" smtClean="0"/>
              <a:t>Market research and demand analysis:</a:t>
            </a:r>
            <a:endParaRPr lang="en-US" b="1" u="sng" dirty="0"/>
          </a:p>
          <a:p>
            <a:pPr marL="0" indent="0">
              <a:buNone/>
            </a:pPr>
            <a:r>
              <a:rPr lang="en-US" dirty="0" smtClean="0"/>
              <a:t>   ● Understand current market trends and demand for hydro seeding services</a:t>
            </a:r>
            <a:endParaRPr lang="en-US" dirty="0"/>
          </a:p>
          <a:p>
            <a:pPr marL="0" indent="0">
              <a:buNone/>
            </a:pPr>
            <a:r>
              <a:rPr lang="en-US" dirty="0"/>
              <a:t>   ● Identify potential growth areas such as new environmental or landscaping market </a:t>
            </a:r>
          </a:p>
          <a:p>
            <a:pPr marL="0" indent="0">
              <a:buNone/>
            </a:pPr>
            <a:r>
              <a:rPr lang="en-US" b="1" u="sng" dirty="0"/>
              <a:t>B. Invest in technology and equipment:</a:t>
            </a:r>
          </a:p>
          <a:p>
            <a:pPr marL="0" indent="0">
              <a:buNone/>
            </a:pPr>
            <a:r>
              <a:rPr lang="en-US" dirty="0"/>
              <a:t>   ● Upgrade equipment to improve productivity and capability</a:t>
            </a:r>
          </a:p>
          <a:p>
            <a:pPr marL="0" indent="0">
              <a:buNone/>
            </a:pPr>
            <a:r>
              <a:rPr lang="en-US" dirty="0"/>
              <a:t>   ● Explore technological advancement such as GPS mapping for precise application and automatic systems for mixing and spraying </a:t>
            </a:r>
          </a:p>
          <a:p>
            <a:pPr marL="0" indent="0">
              <a:buNone/>
            </a:pPr>
            <a:r>
              <a:rPr lang="en-US" b="1" u="sng" dirty="0"/>
              <a:t>C. </a:t>
            </a:r>
            <a:r>
              <a:rPr lang="en-US" b="1" u="sng" dirty="0" smtClean="0"/>
              <a:t>Expand service offerings: </a:t>
            </a:r>
            <a:endParaRPr lang="en-US" b="1" u="sng" dirty="0"/>
          </a:p>
          <a:p>
            <a:pPr marL="0" indent="0">
              <a:buNone/>
            </a:pPr>
            <a:r>
              <a:rPr lang="en-US" dirty="0"/>
              <a:t>  ● Diversify services to cater to a broader range of clients </a:t>
            </a:r>
          </a:p>
          <a:p>
            <a:pPr marL="0" indent="0">
              <a:buNone/>
            </a:pPr>
            <a:r>
              <a:rPr lang="en-US" dirty="0"/>
              <a:t>  ● Offers </a:t>
            </a:r>
            <a:r>
              <a:rPr lang="en-US" dirty="0" smtClean="0"/>
              <a:t>specialized </a:t>
            </a:r>
            <a:r>
              <a:rPr lang="en-US" dirty="0"/>
              <a:t>solutions based on client needs and project requirements </a:t>
            </a:r>
            <a:r>
              <a:rPr lang="en-US" b="1" u="sng" dirty="0"/>
              <a:t>D. Monitor and adapt : </a:t>
            </a:r>
          </a:p>
          <a:p>
            <a:pPr marL="0" indent="0">
              <a:buNone/>
            </a:pPr>
            <a:r>
              <a:rPr lang="en-US" dirty="0"/>
              <a:t>  ● Continuously evaluate business performances against goals and adapt strategies as necessary </a:t>
            </a:r>
          </a:p>
          <a:p>
            <a:pPr marL="0" indent="0">
              <a:buNone/>
            </a:pPr>
            <a:r>
              <a:rPr lang="en-US" dirty="0"/>
              <a:t>  ● Stay agile and responsive to market changes in opportunities for growth</a:t>
            </a:r>
          </a:p>
        </p:txBody>
      </p:sp>
    </p:spTree>
    <p:extLst>
      <p:ext uri="{BB962C8B-B14F-4D97-AF65-F5344CB8AC3E}">
        <p14:creationId xmlns="" xmlns:p14="http://schemas.microsoft.com/office/powerpoint/2010/main" val="3030153182"/>
      </p:ext>
    </p:extLst>
  </p:cSld>
  <p:clrMapOvr>
    <a:masterClrMapping/>
  </p:clrMapOvr>
  <p:transition>
    <p:dissolv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417638"/>
          </a:xfrm>
        </p:spPr>
        <p:style>
          <a:lnRef idx="0">
            <a:schemeClr val="accent5"/>
          </a:lnRef>
          <a:fillRef idx="3">
            <a:schemeClr val="accent5"/>
          </a:fillRef>
          <a:effectRef idx="3">
            <a:schemeClr val="accent5"/>
          </a:effectRef>
          <a:fontRef idx="minor">
            <a:schemeClr val="lt1"/>
          </a:fontRef>
        </p:style>
        <p:txBody>
          <a:bodyPr>
            <a:normAutofit/>
          </a:bodyPr>
          <a:lstStyle/>
          <a:p>
            <a:pPr>
              <a:buNone/>
            </a:pPr>
            <a:r>
              <a:rPr lang="en-US" sz="4000" b="1" i="1" u="sng" dirty="0"/>
              <a:t>Build a prototype (MVP)/ start a pilot :</a:t>
            </a:r>
            <a:endParaRPr lang="en-US" sz="23900" b="1" i="1" u="sng" dirty="0">
              <a:solidFill>
                <a:schemeClr val="tx1"/>
              </a:solidFill>
            </a:endParaRPr>
          </a:p>
        </p:txBody>
      </p:sp>
      <p:sp>
        <p:nvSpPr>
          <p:cNvPr id="3" name="Content Placeholder 2"/>
          <p:cNvSpPr>
            <a:spLocks noGrp="1"/>
          </p:cNvSpPr>
          <p:nvPr>
            <p:ph idx="1"/>
          </p:nvPr>
        </p:nvSpPr>
        <p:spPr>
          <a:xfrm>
            <a:off x="0" y="1476858"/>
            <a:ext cx="9144000" cy="5373216"/>
          </a:xfrm>
        </p:spPr>
        <p:style>
          <a:lnRef idx="1">
            <a:schemeClr val="accent3"/>
          </a:lnRef>
          <a:fillRef idx="2">
            <a:schemeClr val="accent3"/>
          </a:fillRef>
          <a:effectRef idx="1">
            <a:schemeClr val="accent3"/>
          </a:effectRef>
          <a:fontRef idx="minor">
            <a:schemeClr val="dk1"/>
          </a:fontRef>
        </p:style>
        <p:txBody>
          <a:bodyPr>
            <a:normAutofit fontScale="62500" lnSpcReduction="20000"/>
          </a:bodyPr>
          <a:lstStyle/>
          <a:p>
            <a:pPr marL="0" indent="0">
              <a:buNone/>
            </a:pPr>
            <a:r>
              <a:rPr lang="en-US" b="1" u="sng" dirty="0"/>
              <a:t>A. Define core features :</a:t>
            </a:r>
          </a:p>
          <a:p>
            <a:pPr marL="0" indent="0">
              <a:buNone/>
            </a:pPr>
            <a:r>
              <a:rPr lang="en-US" dirty="0"/>
              <a:t>   ● User interface : developer simple user friendly interface for customers to request hydroseeding services</a:t>
            </a:r>
          </a:p>
          <a:p>
            <a:pPr marL="0" indent="0">
              <a:buNone/>
            </a:pPr>
            <a:r>
              <a:rPr lang="en-US" dirty="0"/>
              <a:t>  ● Service description : clearly outline what hydroseeding benefits and process details </a:t>
            </a:r>
          </a:p>
          <a:p>
            <a:pPr marL="0" indent="0">
              <a:buNone/>
            </a:pPr>
            <a:r>
              <a:rPr lang="en-US" b="1" u="sng" dirty="0"/>
              <a:t> B. Backend functionality </a:t>
            </a:r>
            <a:r>
              <a:rPr lang="en-US" dirty="0"/>
              <a:t>: </a:t>
            </a:r>
          </a:p>
          <a:p>
            <a:pPr marL="0" indent="0">
              <a:buNone/>
            </a:pPr>
            <a:r>
              <a:rPr lang="en-US" dirty="0"/>
              <a:t>  ● Service request form : create a form for customers to enter project details </a:t>
            </a:r>
          </a:p>
          <a:p>
            <a:pPr marL="0" indent="0">
              <a:buNone/>
            </a:pPr>
            <a:r>
              <a:rPr lang="en-US" dirty="0"/>
              <a:t>  ● Cost estimation tool : implement a basic calculator to provide your estimations based on project inputs</a:t>
            </a:r>
          </a:p>
          <a:p>
            <a:pPr marL="0" indent="0">
              <a:buNone/>
            </a:pPr>
            <a:r>
              <a:rPr lang="en-US" dirty="0"/>
              <a:t> </a:t>
            </a:r>
            <a:r>
              <a:rPr lang="en-US" b="1" u="sng" dirty="0"/>
              <a:t>C. Admin dashboard :</a:t>
            </a:r>
          </a:p>
          <a:p>
            <a:pPr marL="0" indent="0">
              <a:buNone/>
            </a:pPr>
            <a:r>
              <a:rPr lang="en-US" dirty="0"/>
              <a:t>  ● Project management : a dashboard for admins to view incoming request, manage bookings and assign tasks</a:t>
            </a:r>
          </a:p>
          <a:p>
            <a:pPr marL="0" indent="0">
              <a:buNone/>
            </a:pPr>
            <a:r>
              <a:rPr lang="en-US" dirty="0"/>
              <a:t>  ● Communication : integrated messaging or notification system to communicate with customers</a:t>
            </a:r>
          </a:p>
          <a:p>
            <a:pPr marL="0" indent="0">
              <a:buNone/>
            </a:pPr>
            <a:r>
              <a:rPr lang="en-US" b="1" u="sng" dirty="0"/>
              <a:t> D. Marketing and customer acquisition :</a:t>
            </a:r>
          </a:p>
          <a:p>
            <a:pPr marL="0" indent="0">
              <a:buNone/>
            </a:pPr>
            <a:r>
              <a:rPr lang="en-US" dirty="0"/>
              <a:t>  ● Landing page : create a landing page explaining hydroseeding benefits and services                                          ..● Online ads : run targeted ads on platforms like Google ads of Facebook to drive traffic.</a:t>
            </a:r>
          </a:p>
        </p:txBody>
      </p:sp>
    </p:spTree>
    <p:extLst>
      <p:ext uri="{BB962C8B-B14F-4D97-AF65-F5344CB8AC3E}">
        <p14:creationId xmlns="" xmlns:p14="http://schemas.microsoft.com/office/powerpoint/2010/main" val="1987800800"/>
      </p:ext>
    </p:extLst>
  </p:cSld>
  <p:clrMapOvr>
    <a:masterClrMapping/>
  </p:clrMapOvr>
  <p:transition>
    <p:dissolv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1142976" y="1214422"/>
            <a:ext cx="1500198" cy="71438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4" name="Rounded Rectangle 3"/>
          <p:cNvSpPr/>
          <p:nvPr/>
        </p:nvSpPr>
        <p:spPr>
          <a:xfrm>
            <a:off x="6286512" y="1142984"/>
            <a:ext cx="1643074" cy="71438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5" name="Rounded Rectangle 4"/>
          <p:cNvSpPr/>
          <p:nvPr/>
        </p:nvSpPr>
        <p:spPr>
          <a:xfrm>
            <a:off x="7072330" y="3500438"/>
            <a:ext cx="1500198" cy="71438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6" name="Rounded Rectangle 5"/>
          <p:cNvSpPr/>
          <p:nvPr/>
        </p:nvSpPr>
        <p:spPr>
          <a:xfrm>
            <a:off x="5572132" y="5000636"/>
            <a:ext cx="1428760" cy="642942"/>
          </a:xfrm>
          <a:prstGeom prst="roundRect">
            <a:avLst>
              <a:gd name="adj" fmla="val 2760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600" dirty="0">
                <a:latin typeface="Arial Black" pitchFamily="34" charset="0"/>
              </a:rPr>
              <a:t>STAFF</a:t>
            </a:r>
          </a:p>
        </p:txBody>
      </p:sp>
      <p:sp>
        <p:nvSpPr>
          <p:cNvPr id="7" name="Rounded Rectangle 6"/>
          <p:cNvSpPr/>
          <p:nvPr/>
        </p:nvSpPr>
        <p:spPr>
          <a:xfrm>
            <a:off x="2643174" y="5000636"/>
            <a:ext cx="1500198" cy="642942"/>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8" name="Rounded Rectangle 7"/>
          <p:cNvSpPr/>
          <p:nvPr/>
        </p:nvSpPr>
        <p:spPr>
          <a:xfrm>
            <a:off x="714348" y="3786190"/>
            <a:ext cx="1714512" cy="71438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3" name="TextBox 12"/>
          <p:cNvSpPr txBox="1"/>
          <p:nvPr/>
        </p:nvSpPr>
        <p:spPr>
          <a:xfrm>
            <a:off x="1142976" y="1285860"/>
            <a:ext cx="1500198" cy="584775"/>
          </a:xfrm>
          <a:prstGeom prst="rect">
            <a:avLst/>
          </a:prstGeom>
          <a:noFill/>
        </p:spPr>
        <p:txBody>
          <a:bodyPr wrap="square" rtlCol="0">
            <a:spAutoFit/>
          </a:bodyPr>
          <a:lstStyle/>
          <a:p>
            <a:pPr algn="ctr"/>
            <a:r>
              <a:rPr lang="en-US" sz="1600" dirty="0">
                <a:latin typeface="Arial Black" pitchFamily="34" charset="0"/>
              </a:rPr>
              <a:t>EXPERTS/ ADVISORS</a:t>
            </a:r>
          </a:p>
        </p:txBody>
      </p:sp>
      <p:sp>
        <p:nvSpPr>
          <p:cNvPr id="14" name="TextBox 13"/>
          <p:cNvSpPr txBox="1"/>
          <p:nvPr/>
        </p:nvSpPr>
        <p:spPr>
          <a:xfrm>
            <a:off x="6357950" y="1357298"/>
            <a:ext cx="1500198" cy="338554"/>
          </a:xfrm>
          <a:prstGeom prst="rect">
            <a:avLst/>
          </a:prstGeom>
          <a:noFill/>
        </p:spPr>
        <p:txBody>
          <a:bodyPr wrap="square" rtlCol="0">
            <a:spAutoFit/>
          </a:bodyPr>
          <a:lstStyle/>
          <a:p>
            <a:pPr algn="ctr"/>
            <a:r>
              <a:rPr lang="en-US" sz="1600" dirty="0">
                <a:latin typeface="Arial Black" pitchFamily="34" charset="0"/>
              </a:rPr>
              <a:t>SUPPLIERS</a:t>
            </a:r>
          </a:p>
        </p:txBody>
      </p:sp>
      <p:sp>
        <p:nvSpPr>
          <p:cNvPr id="15" name="TextBox 14"/>
          <p:cNvSpPr txBox="1"/>
          <p:nvPr/>
        </p:nvSpPr>
        <p:spPr>
          <a:xfrm>
            <a:off x="714348" y="4000504"/>
            <a:ext cx="1714512" cy="338554"/>
          </a:xfrm>
          <a:prstGeom prst="rect">
            <a:avLst/>
          </a:prstGeom>
          <a:noFill/>
        </p:spPr>
        <p:txBody>
          <a:bodyPr wrap="square" rtlCol="0">
            <a:spAutoFit/>
          </a:bodyPr>
          <a:lstStyle/>
          <a:p>
            <a:pPr algn="ctr"/>
            <a:r>
              <a:rPr lang="en-US" sz="1600" dirty="0">
                <a:latin typeface="Arial Black" pitchFamily="34" charset="0"/>
              </a:rPr>
              <a:t>CUSTOMERS</a:t>
            </a:r>
          </a:p>
        </p:txBody>
      </p:sp>
      <p:sp>
        <p:nvSpPr>
          <p:cNvPr id="16" name="TextBox 15"/>
          <p:cNvSpPr txBox="1"/>
          <p:nvPr/>
        </p:nvSpPr>
        <p:spPr>
          <a:xfrm>
            <a:off x="7072330" y="3714752"/>
            <a:ext cx="1500198" cy="338554"/>
          </a:xfrm>
          <a:prstGeom prst="rect">
            <a:avLst/>
          </a:prstGeom>
          <a:noFill/>
        </p:spPr>
        <p:txBody>
          <a:bodyPr wrap="square" rtlCol="0">
            <a:spAutoFit/>
          </a:bodyPr>
          <a:lstStyle/>
          <a:p>
            <a:pPr algn="ctr"/>
            <a:r>
              <a:rPr lang="en-US" sz="1600" dirty="0">
                <a:latin typeface="Arial Black" pitchFamily="34" charset="0"/>
              </a:rPr>
              <a:t>PARTNERS</a:t>
            </a:r>
          </a:p>
        </p:txBody>
      </p:sp>
      <p:sp>
        <p:nvSpPr>
          <p:cNvPr id="17" name="TextBox 16"/>
          <p:cNvSpPr txBox="1"/>
          <p:nvPr/>
        </p:nvSpPr>
        <p:spPr>
          <a:xfrm>
            <a:off x="2714612" y="5143512"/>
            <a:ext cx="1357322" cy="338554"/>
          </a:xfrm>
          <a:prstGeom prst="rect">
            <a:avLst/>
          </a:prstGeom>
          <a:noFill/>
        </p:spPr>
        <p:txBody>
          <a:bodyPr wrap="square" rtlCol="0">
            <a:spAutoFit/>
          </a:bodyPr>
          <a:lstStyle/>
          <a:p>
            <a:pPr algn="ctr"/>
            <a:r>
              <a:rPr lang="en-US" sz="1600" dirty="0">
                <a:latin typeface="Arial Black" pitchFamily="34" charset="0"/>
              </a:rPr>
              <a:t>FUNDERS</a:t>
            </a:r>
          </a:p>
        </p:txBody>
      </p:sp>
      <p:sp>
        <p:nvSpPr>
          <p:cNvPr id="18" name="TextBox 17"/>
          <p:cNvSpPr txBox="1"/>
          <p:nvPr/>
        </p:nvSpPr>
        <p:spPr>
          <a:xfrm>
            <a:off x="5786446" y="2000240"/>
            <a:ext cx="2643206" cy="369332"/>
          </a:xfrm>
          <a:prstGeom prst="rect">
            <a:avLst/>
          </a:prstGeom>
          <a:noFill/>
        </p:spPr>
        <p:txBody>
          <a:bodyPr wrap="square" rtlCol="0">
            <a:spAutoFit/>
          </a:bodyPr>
          <a:lstStyle/>
          <a:p>
            <a:pPr algn="ctr"/>
            <a:r>
              <a:rPr lang="en-US" b="1" dirty="0"/>
              <a:t>Industries and factories </a:t>
            </a:r>
          </a:p>
        </p:txBody>
      </p:sp>
      <p:sp>
        <p:nvSpPr>
          <p:cNvPr id="19" name="TextBox 18"/>
          <p:cNvSpPr txBox="1"/>
          <p:nvPr/>
        </p:nvSpPr>
        <p:spPr>
          <a:xfrm>
            <a:off x="642910" y="2000240"/>
            <a:ext cx="2643206" cy="646331"/>
          </a:xfrm>
          <a:prstGeom prst="rect">
            <a:avLst/>
          </a:prstGeom>
          <a:noFill/>
        </p:spPr>
        <p:txBody>
          <a:bodyPr wrap="square" rtlCol="0">
            <a:spAutoFit/>
          </a:bodyPr>
          <a:lstStyle/>
          <a:p>
            <a:pPr algn="ctr"/>
            <a:r>
              <a:rPr lang="en-US" b="1" dirty="0"/>
              <a:t>Biotechnologists and soil microbiologists</a:t>
            </a:r>
          </a:p>
        </p:txBody>
      </p:sp>
      <p:sp>
        <p:nvSpPr>
          <p:cNvPr id="20" name="TextBox 19"/>
          <p:cNvSpPr txBox="1"/>
          <p:nvPr/>
        </p:nvSpPr>
        <p:spPr>
          <a:xfrm>
            <a:off x="714348" y="4500570"/>
            <a:ext cx="1785950" cy="646331"/>
          </a:xfrm>
          <a:prstGeom prst="rect">
            <a:avLst/>
          </a:prstGeom>
          <a:noFill/>
        </p:spPr>
        <p:txBody>
          <a:bodyPr wrap="square" rtlCol="0">
            <a:spAutoFit/>
          </a:bodyPr>
          <a:lstStyle/>
          <a:p>
            <a:pPr algn="ctr"/>
            <a:r>
              <a:rPr lang="en-US" b="1" dirty="0"/>
              <a:t>Small and Large scale Farmers</a:t>
            </a:r>
          </a:p>
        </p:txBody>
      </p:sp>
      <p:sp>
        <p:nvSpPr>
          <p:cNvPr id="21" name="TextBox 20"/>
          <p:cNvSpPr txBox="1"/>
          <p:nvPr/>
        </p:nvSpPr>
        <p:spPr>
          <a:xfrm>
            <a:off x="1785918" y="5715016"/>
            <a:ext cx="3286148" cy="923330"/>
          </a:xfrm>
          <a:prstGeom prst="rect">
            <a:avLst/>
          </a:prstGeom>
          <a:noFill/>
        </p:spPr>
        <p:txBody>
          <a:bodyPr wrap="square" rtlCol="0">
            <a:spAutoFit/>
          </a:bodyPr>
          <a:lstStyle/>
          <a:p>
            <a:pPr algn="ctr"/>
            <a:r>
              <a:rPr lang="en-US" b="1" dirty="0"/>
              <a:t>Crowdfunding, Business incubators, Bank loans, Venture capital and angel investors.</a:t>
            </a:r>
          </a:p>
        </p:txBody>
      </p:sp>
      <p:sp>
        <p:nvSpPr>
          <p:cNvPr id="22" name="TextBox 21"/>
          <p:cNvSpPr txBox="1"/>
          <p:nvPr/>
        </p:nvSpPr>
        <p:spPr>
          <a:xfrm>
            <a:off x="5000628" y="5715016"/>
            <a:ext cx="2571768" cy="923330"/>
          </a:xfrm>
          <a:prstGeom prst="rect">
            <a:avLst/>
          </a:prstGeom>
          <a:noFill/>
        </p:spPr>
        <p:txBody>
          <a:bodyPr wrap="square" rtlCol="0">
            <a:spAutoFit/>
          </a:bodyPr>
          <a:lstStyle/>
          <a:p>
            <a:pPr algn="ctr"/>
            <a:r>
              <a:rPr lang="en-US" b="1" dirty="0"/>
              <a:t>Software engineers, app developers, delivery boys, cashier etc. </a:t>
            </a:r>
          </a:p>
        </p:txBody>
      </p:sp>
      <p:sp>
        <p:nvSpPr>
          <p:cNvPr id="23" name="TextBox 22"/>
          <p:cNvSpPr txBox="1"/>
          <p:nvPr/>
        </p:nvSpPr>
        <p:spPr>
          <a:xfrm>
            <a:off x="7072330" y="4286256"/>
            <a:ext cx="1500198" cy="369332"/>
          </a:xfrm>
          <a:prstGeom prst="rect">
            <a:avLst/>
          </a:prstGeom>
          <a:noFill/>
        </p:spPr>
        <p:txBody>
          <a:bodyPr wrap="square" rtlCol="0">
            <a:spAutoFit/>
          </a:bodyPr>
          <a:lstStyle/>
          <a:p>
            <a:pPr algn="ctr"/>
            <a:r>
              <a:rPr lang="en-US" b="1" dirty="0"/>
              <a:t>Biotech firms</a:t>
            </a:r>
          </a:p>
        </p:txBody>
      </p:sp>
      <p:sp>
        <p:nvSpPr>
          <p:cNvPr id="24" name="Rounded Rectangular Callout 23"/>
          <p:cNvSpPr/>
          <p:nvPr/>
        </p:nvSpPr>
        <p:spPr>
          <a:xfrm>
            <a:off x="1285852" y="285728"/>
            <a:ext cx="1143008" cy="785818"/>
          </a:xfrm>
          <a:prstGeom prst="wedgeRoundRectCallou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25" name="Rounded Rectangular Callout 24"/>
          <p:cNvSpPr/>
          <p:nvPr/>
        </p:nvSpPr>
        <p:spPr>
          <a:xfrm>
            <a:off x="928662" y="2857496"/>
            <a:ext cx="1285884" cy="785818"/>
          </a:xfrm>
          <a:prstGeom prst="wedgeRoundRectCallou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26" name="Rounded Rectangular Callout 25"/>
          <p:cNvSpPr/>
          <p:nvPr/>
        </p:nvSpPr>
        <p:spPr>
          <a:xfrm>
            <a:off x="2786050" y="4071942"/>
            <a:ext cx="1214446" cy="785818"/>
          </a:xfrm>
          <a:prstGeom prst="wedgeRoundRectCallou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27" name="Rounded Rectangular Callout 26"/>
          <p:cNvSpPr/>
          <p:nvPr/>
        </p:nvSpPr>
        <p:spPr>
          <a:xfrm>
            <a:off x="5715008" y="4071942"/>
            <a:ext cx="1143008" cy="785818"/>
          </a:xfrm>
          <a:prstGeom prst="wedgeRoundRectCallou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28" name="Rounded Rectangular Callout 27"/>
          <p:cNvSpPr/>
          <p:nvPr/>
        </p:nvSpPr>
        <p:spPr>
          <a:xfrm>
            <a:off x="7215206" y="2500306"/>
            <a:ext cx="1214446" cy="857256"/>
          </a:xfrm>
          <a:prstGeom prst="wedgeRoundRectCallou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29" name="Rounded Rectangular Callout 28"/>
          <p:cNvSpPr/>
          <p:nvPr/>
        </p:nvSpPr>
        <p:spPr>
          <a:xfrm>
            <a:off x="6429388" y="285728"/>
            <a:ext cx="1214446" cy="714380"/>
          </a:xfrm>
          <a:prstGeom prst="wedgeRoundRectCallou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pic>
        <p:nvPicPr>
          <p:cNvPr id="30" name="Picture 29" descr="advisor.png"/>
          <p:cNvPicPr>
            <a:picLocks noChangeAspect="1"/>
          </p:cNvPicPr>
          <p:nvPr/>
        </p:nvPicPr>
        <p:blipFill>
          <a:blip r:embed="rId2" cstate="print"/>
          <a:stretch>
            <a:fillRect/>
          </a:stretch>
        </p:blipFill>
        <p:spPr>
          <a:xfrm>
            <a:off x="1500166" y="357166"/>
            <a:ext cx="642941" cy="642941"/>
          </a:xfrm>
          <a:prstGeom prst="rect">
            <a:avLst/>
          </a:prstGeom>
        </p:spPr>
      </p:pic>
      <p:pic>
        <p:nvPicPr>
          <p:cNvPr id="31" name="Picture 30" descr="supplier.png"/>
          <p:cNvPicPr>
            <a:picLocks noChangeAspect="1"/>
          </p:cNvPicPr>
          <p:nvPr/>
        </p:nvPicPr>
        <p:blipFill>
          <a:blip r:embed="rId3" cstate="print"/>
          <a:stretch>
            <a:fillRect/>
          </a:stretch>
        </p:blipFill>
        <p:spPr>
          <a:xfrm>
            <a:off x="6786578" y="357166"/>
            <a:ext cx="571528" cy="571528"/>
          </a:xfrm>
          <a:prstGeom prst="rect">
            <a:avLst/>
          </a:prstGeom>
        </p:spPr>
      </p:pic>
      <p:pic>
        <p:nvPicPr>
          <p:cNvPr id="32" name="Picture 31" descr="happy.png"/>
          <p:cNvPicPr>
            <a:picLocks noChangeAspect="1"/>
          </p:cNvPicPr>
          <p:nvPr/>
        </p:nvPicPr>
        <p:blipFill>
          <a:blip r:embed="rId4" cstate="print"/>
          <a:stretch>
            <a:fillRect/>
          </a:stretch>
        </p:blipFill>
        <p:spPr>
          <a:xfrm>
            <a:off x="1214414" y="2928934"/>
            <a:ext cx="714380" cy="714380"/>
          </a:xfrm>
          <a:prstGeom prst="rect">
            <a:avLst/>
          </a:prstGeom>
        </p:spPr>
      </p:pic>
      <p:pic>
        <p:nvPicPr>
          <p:cNvPr id="33" name="Picture 32" descr="money.png"/>
          <p:cNvPicPr>
            <a:picLocks noChangeAspect="1"/>
          </p:cNvPicPr>
          <p:nvPr/>
        </p:nvPicPr>
        <p:blipFill>
          <a:blip r:embed="rId5" cstate="print"/>
          <a:stretch>
            <a:fillRect/>
          </a:stretch>
        </p:blipFill>
        <p:spPr>
          <a:xfrm>
            <a:off x="2928926" y="4000504"/>
            <a:ext cx="857255" cy="857255"/>
          </a:xfrm>
          <a:prstGeom prst="rect">
            <a:avLst/>
          </a:prstGeom>
        </p:spPr>
      </p:pic>
      <p:pic>
        <p:nvPicPr>
          <p:cNvPr id="34" name="Picture 33" descr="staff-management.png"/>
          <p:cNvPicPr>
            <a:picLocks noChangeAspect="1"/>
          </p:cNvPicPr>
          <p:nvPr/>
        </p:nvPicPr>
        <p:blipFill>
          <a:blip r:embed="rId6" cstate="print"/>
          <a:stretch>
            <a:fillRect/>
          </a:stretch>
        </p:blipFill>
        <p:spPr>
          <a:xfrm>
            <a:off x="6000760" y="4143380"/>
            <a:ext cx="642942" cy="642942"/>
          </a:xfrm>
          <a:prstGeom prst="rect">
            <a:avLst/>
          </a:prstGeom>
        </p:spPr>
      </p:pic>
      <p:pic>
        <p:nvPicPr>
          <p:cNvPr id="35" name="Picture 34" descr="business-partner.png"/>
          <p:cNvPicPr>
            <a:picLocks noChangeAspect="1"/>
          </p:cNvPicPr>
          <p:nvPr/>
        </p:nvPicPr>
        <p:blipFill>
          <a:blip r:embed="rId7" cstate="print"/>
          <a:stretch>
            <a:fillRect/>
          </a:stretch>
        </p:blipFill>
        <p:spPr>
          <a:xfrm>
            <a:off x="7429520" y="2571744"/>
            <a:ext cx="785818" cy="785818"/>
          </a:xfrm>
          <a:prstGeom prst="rect">
            <a:avLst/>
          </a:prstGeom>
        </p:spPr>
      </p:pic>
      <p:sp>
        <p:nvSpPr>
          <p:cNvPr id="36" name="Oval 35"/>
          <p:cNvSpPr/>
          <p:nvPr/>
        </p:nvSpPr>
        <p:spPr>
          <a:xfrm>
            <a:off x="3286116" y="2071678"/>
            <a:ext cx="2428892" cy="1643074"/>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800" dirty="0">
                <a:solidFill>
                  <a:schemeClr val="tx1"/>
                </a:solidFill>
                <a:latin typeface="Bauhaus 93" pitchFamily="82" charset="0"/>
              </a:rPr>
              <a:t>OUR PROJECT</a:t>
            </a:r>
          </a:p>
        </p:txBody>
      </p:sp>
      <p:cxnSp>
        <p:nvCxnSpPr>
          <p:cNvPr id="38" name="Straight Connector 37"/>
          <p:cNvCxnSpPr>
            <a:stCxn id="13" idx="3"/>
            <a:endCxn id="36" idx="1"/>
          </p:cNvCxnSpPr>
          <p:nvPr/>
        </p:nvCxnSpPr>
        <p:spPr>
          <a:xfrm>
            <a:off x="2643174" y="1578248"/>
            <a:ext cx="998645" cy="734052"/>
          </a:xfrm>
          <a:prstGeom prst="line">
            <a:avLst/>
          </a:prstGeom>
        </p:spPr>
        <p:style>
          <a:lnRef idx="2">
            <a:schemeClr val="dk1"/>
          </a:lnRef>
          <a:fillRef idx="0">
            <a:schemeClr val="dk1"/>
          </a:fillRef>
          <a:effectRef idx="1">
            <a:schemeClr val="dk1"/>
          </a:effectRef>
          <a:fontRef idx="minor">
            <a:schemeClr val="tx1"/>
          </a:fontRef>
        </p:style>
      </p:cxnSp>
      <p:cxnSp>
        <p:nvCxnSpPr>
          <p:cNvPr id="41" name="Straight Connector 40"/>
          <p:cNvCxnSpPr>
            <a:stCxn id="36" idx="7"/>
            <a:endCxn id="4" idx="1"/>
          </p:cNvCxnSpPr>
          <p:nvPr/>
        </p:nvCxnSpPr>
        <p:spPr>
          <a:xfrm rot="5400000" flipH="1" flipV="1">
            <a:off x="5416845" y="1442634"/>
            <a:ext cx="812126" cy="927207"/>
          </a:xfrm>
          <a:prstGeom prst="line">
            <a:avLst/>
          </a:prstGeom>
        </p:spPr>
        <p:style>
          <a:lnRef idx="2">
            <a:schemeClr val="dk1"/>
          </a:lnRef>
          <a:fillRef idx="0">
            <a:schemeClr val="dk1"/>
          </a:fillRef>
          <a:effectRef idx="1">
            <a:schemeClr val="dk1"/>
          </a:effectRef>
          <a:fontRef idx="minor">
            <a:schemeClr val="tx1"/>
          </a:fontRef>
        </p:style>
      </p:cxnSp>
      <p:cxnSp>
        <p:nvCxnSpPr>
          <p:cNvPr id="43" name="Straight Connector 42"/>
          <p:cNvCxnSpPr>
            <a:stCxn id="36" idx="3"/>
            <a:endCxn id="15" idx="3"/>
          </p:cNvCxnSpPr>
          <p:nvPr/>
        </p:nvCxnSpPr>
        <p:spPr>
          <a:xfrm rot="5400000">
            <a:off x="2687515" y="3215476"/>
            <a:ext cx="695651" cy="1212959"/>
          </a:xfrm>
          <a:prstGeom prst="line">
            <a:avLst/>
          </a:prstGeom>
        </p:spPr>
        <p:style>
          <a:lnRef idx="2">
            <a:schemeClr val="dk1"/>
          </a:lnRef>
          <a:fillRef idx="0">
            <a:schemeClr val="dk1"/>
          </a:fillRef>
          <a:effectRef idx="1">
            <a:schemeClr val="dk1"/>
          </a:effectRef>
          <a:fontRef idx="minor">
            <a:schemeClr val="tx1"/>
          </a:fontRef>
        </p:style>
      </p:cxnSp>
      <p:cxnSp>
        <p:nvCxnSpPr>
          <p:cNvPr id="45" name="Straight Connector 44"/>
          <p:cNvCxnSpPr>
            <a:stCxn id="36" idx="4"/>
            <a:endCxn id="7" idx="3"/>
          </p:cNvCxnSpPr>
          <p:nvPr/>
        </p:nvCxnSpPr>
        <p:spPr>
          <a:xfrm rot="5400000">
            <a:off x="3518290" y="4339834"/>
            <a:ext cx="1607355" cy="357190"/>
          </a:xfrm>
          <a:prstGeom prst="line">
            <a:avLst/>
          </a:prstGeom>
        </p:spPr>
        <p:style>
          <a:lnRef idx="2">
            <a:schemeClr val="dk1"/>
          </a:lnRef>
          <a:fillRef idx="0">
            <a:schemeClr val="dk1"/>
          </a:fillRef>
          <a:effectRef idx="1">
            <a:schemeClr val="dk1"/>
          </a:effectRef>
          <a:fontRef idx="minor">
            <a:schemeClr val="tx1"/>
          </a:fontRef>
        </p:style>
      </p:cxnSp>
      <p:cxnSp>
        <p:nvCxnSpPr>
          <p:cNvPr id="50" name="Straight Connector 49"/>
          <p:cNvCxnSpPr>
            <a:stCxn id="36" idx="5"/>
          </p:cNvCxnSpPr>
          <p:nvPr/>
        </p:nvCxnSpPr>
        <p:spPr>
          <a:xfrm rot="16200000" flipH="1">
            <a:off x="4738184" y="4095250"/>
            <a:ext cx="1526508" cy="284267"/>
          </a:xfrm>
          <a:prstGeom prst="line">
            <a:avLst/>
          </a:prstGeom>
        </p:spPr>
        <p:style>
          <a:lnRef idx="2">
            <a:schemeClr val="dk1"/>
          </a:lnRef>
          <a:fillRef idx="0">
            <a:schemeClr val="dk1"/>
          </a:fillRef>
          <a:effectRef idx="1">
            <a:schemeClr val="dk1"/>
          </a:effectRef>
          <a:fontRef idx="minor">
            <a:schemeClr val="tx1"/>
          </a:fontRef>
        </p:style>
      </p:cxnSp>
      <p:cxnSp>
        <p:nvCxnSpPr>
          <p:cNvPr id="55" name="Straight Connector 54"/>
          <p:cNvCxnSpPr>
            <a:stCxn id="36" idx="6"/>
            <a:endCxn id="16" idx="1"/>
          </p:cNvCxnSpPr>
          <p:nvPr/>
        </p:nvCxnSpPr>
        <p:spPr>
          <a:xfrm>
            <a:off x="5715008" y="2893215"/>
            <a:ext cx="1357322" cy="990814"/>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transition>
    <p:dissolv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5930901"/>
            <a:ext cx="1113790" cy="927100"/>
          </a:xfrm>
          <a:custGeom>
            <a:avLst/>
            <a:gdLst/>
            <a:ahLst/>
            <a:cxnLst/>
            <a:rect l="l" t="t" r="r" b="b"/>
            <a:pathLst>
              <a:path w="1113790" h="695325">
                <a:moveTo>
                  <a:pt x="392899" y="0"/>
                </a:moveTo>
                <a:lnTo>
                  <a:pt x="388899" y="0"/>
                </a:lnTo>
                <a:lnTo>
                  <a:pt x="336795" y="2487"/>
                </a:lnTo>
                <a:lnTo>
                  <a:pt x="285129" y="9851"/>
                </a:lnTo>
                <a:lnTo>
                  <a:pt x="234338" y="21942"/>
                </a:lnTo>
                <a:lnTo>
                  <a:pt x="184859" y="38612"/>
                </a:lnTo>
                <a:lnTo>
                  <a:pt x="137125" y="59714"/>
                </a:lnTo>
                <a:lnTo>
                  <a:pt x="91575" y="85098"/>
                </a:lnTo>
                <a:lnTo>
                  <a:pt x="48644" y="114616"/>
                </a:lnTo>
                <a:lnTo>
                  <a:pt x="8769" y="148120"/>
                </a:lnTo>
                <a:lnTo>
                  <a:pt x="0" y="688821"/>
                </a:lnTo>
                <a:lnTo>
                  <a:pt x="2389" y="691474"/>
                </a:lnTo>
                <a:lnTo>
                  <a:pt x="8247" y="694711"/>
                </a:lnTo>
                <a:lnTo>
                  <a:pt x="10137" y="695325"/>
                </a:lnTo>
                <a:lnTo>
                  <a:pt x="1002300" y="695325"/>
                </a:lnTo>
                <a:lnTo>
                  <a:pt x="1007668" y="689469"/>
                </a:lnTo>
                <a:lnTo>
                  <a:pt x="1019670" y="675065"/>
                </a:lnTo>
                <a:lnTo>
                  <a:pt x="1040570" y="652111"/>
                </a:lnTo>
                <a:lnTo>
                  <a:pt x="1081981" y="606407"/>
                </a:lnTo>
                <a:lnTo>
                  <a:pt x="1111428" y="540214"/>
                </a:lnTo>
                <a:lnTo>
                  <a:pt x="1113172" y="497878"/>
                </a:lnTo>
                <a:lnTo>
                  <a:pt x="1105141" y="455741"/>
                </a:lnTo>
                <a:lnTo>
                  <a:pt x="1088834" y="416077"/>
                </a:lnTo>
                <a:lnTo>
                  <a:pt x="1066524" y="379709"/>
                </a:lnTo>
                <a:lnTo>
                  <a:pt x="1039736" y="346313"/>
                </a:lnTo>
                <a:lnTo>
                  <a:pt x="1009956" y="315293"/>
                </a:lnTo>
                <a:lnTo>
                  <a:pt x="978674" y="286054"/>
                </a:lnTo>
                <a:lnTo>
                  <a:pt x="937557" y="249513"/>
                </a:lnTo>
                <a:lnTo>
                  <a:pt x="895491" y="214103"/>
                </a:lnTo>
                <a:lnTo>
                  <a:pt x="852328" y="180160"/>
                </a:lnTo>
                <a:lnTo>
                  <a:pt x="807920" y="148019"/>
                </a:lnTo>
                <a:lnTo>
                  <a:pt x="762120" y="118017"/>
                </a:lnTo>
                <a:lnTo>
                  <a:pt x="714781" y="90487"/>
                </a:lnTo>
                <a:lnTo>
                  <a:pt x="672653" y="69152"/>
                </a:lnTo>
                <a:lnTo>
                  <a:pt x="629372" y="50162"/>
                </a:lnTo>
                <a:lnTo>
                  <a:pt x="585087" y="33795"/>
                </a:lnTo>
                <a:lnTo>
                  <a:pt x="539946" y="20330"/>
                </a:lnTo>
                <a:lnTo>
                  <a:pt x="494098" y="10046"/>
                </a:lnTo>
                <a:lnTo>
                  <a:pt x="447691" y="3223"/>
                </a:lnTo>
                <a:lnTo>
                  <a:pt x="400875" y="139"/>
                </a:lnTo>
                <a:lnTo>
                  <a:pt x="396874" y="38"/>
                </a:lnTo>
                <a:lnTo>
                  <a:pt x="392899" y="0"/>
                </a:lnTo>
                <a:close/>
              </a:path>
            </a:pathLst>
          </a:custGeom>
          <a:solidFill>
            <a:srgbClr val="B5C396"/>
          </a:solidFill>
        </p:spPr>
        <p:txBody>
          <a:bodyPr wrap="square" lIns="0" tIns="0" rIns="0" bIns="0" rtlCol="0"/>
          <a:lstStyle/>
          <a:p>
            <a:endParaRPr/>
          </a:p>
        </p:txBody>
      </p:sp>
      <p:grpSp>
        <p:nvGrpSpPr>
          <p:cNvPr id="3" name="object 3"/>
          <p:cNvGrpSpPr/>
          <p:nvPr/>
        </p:nvGrpSpPr>
        <p:grpSpPr>
          <a:xfrm>
            <a:off x="0" y="0"/>
            <a:ext cx="2209800" cy="3025987"/>
            <a:chOff x="0" y="0"/>
            <a:chExt cx="2209800" cy="2269490"/>
          </a:xfrm>
        </p:grpSpPr>
        <p:sp>
          <p:nvSpPr>
            <p:cNvPr id="4" name="object 4"/>
            <p:cNvSpPr/>
            <p:nvPr/>
          </p:nvSpPr>
          <p:spPr>
            <a:xfrm>
              <a:off x="0" y="0"/>
              <a:ext cx="2209800" cy="1326515"/>
            </a:xfrm>
            <a:custGeom>
              <a:avLst/>
              <a:gdLst/>
              <a:ahLst/>
              <a:cxnLst/>
              <a:rect l="l" t="t" r="r" b="b"/>
              <a:pathLst>
                <a:path w="2209800" h="1326515">
                  <a:moveTo>
                    <a:pt x="2106041" y="0"/>
                  </a:moveTo>
                  <a:lnTo>
                    <a:pt x="0" y="0"/>
                  </a:lnTo>
                  <a:lnTo>
                    <a:pt x="0" y="1208786"/>
                  </a:lnTo>
                  <a:lnTo>
                    <a:pt x="14360" y="1246576"/>
                  </a:lnTo>
                  <a:lnTo>
                    <a:pt x="75178" y="1278430"/>
                  </a:lnTo>
                  <a:lnTo>
                    <a:pt x="123923" y="1296294"/>
                  </a:lnTo>
                  <a:lnTo>
                    <a:pt x="173418" y="1309548"/>
                  </a:lnTo>
                  <a:lnTo>
                    <a:pt x="223583" y="1318625"/>
                  </a:lnTo>
                  <a:lnTo>
                    <a:pt x="274338" y="1323956"/>
                  </a:lnTo>
                  <a:lnTo>
                    <a:pt x="325604" y="1325977"/>
                  </a:lnTo>
                  <a:lnTo>
                    <a:pt x="377300" y="1325119"/>
                  </a:lnTo>
                  <a:lnTo>
                    <a:pt x="429348" y="1321815"/>
                  </a:lnTo>
                  <a:lnTo>
                    <a:pt x="479807" y="1315921"/>
                  </a:lnTo>
                  <a:lnTo>
                    <a:pt x="529860" y="1307893"/>
                  </a:lnTo>
                  <a:lnTo>
                    <a:pt x="579427" y="1297543"/>
                  </a:lnTo>
                  <a:lnTo>
                    <a:pt x="628430" y="1284684"/>
                  </a:lnTo>
                  <a:lnTo>
                    <a:pt x="676787" y="1269131"/>
                  </a:lnTo>
                  <a:lnTo>
                    <a:pt x="724420" y="1250696"/>
                  </a:lnTo>
                  <a:lnTo>
                    <a:pt x="771592" y="1227997"/>
                  </a:lnTo>
                  <a:lnTo>
                    <a:pt x="814838" y="1200599"/>
                  </a:lnTo>
                  <a:lnTo>
                    <a:pt x="853972" y="1168281"/>
                  </a:lnTo>
                  <a:lnTo>
                    <a:pt x="888809" y="1130824"/>
                  </a:lnTo>
                  <a:lnTo>
                    <a:pt x="919162" y="1088009"/>
                  </a:lnTo>
                  <a:lnTo>
                    <a:pt x="942354" y="1048700"/>
                  </a:lnTo>
                  <a:lnTo>
                    <a:pt x="988008" y="970083"/>
                  </a:lnTo>
                  <a:lnTo>
                    <a:pt x="1010678" y="930275"/>
                  </a:lnTo>
                  <a:lnTo>
                    <a:pt x="1037010" y="886424"/>
                  </a:lnTo>
                  <a:lnTo>
                    <a:pt x="1064671" y="844388"/>
                  </a:lnTo>
                  <a:lnTo>
                    <a:pt x="1093659" y="804169"/>
                  </a:lnTo>
                  <a:lnTo>
                    <a:pt x="1123973" y="765768"/>
                  </a:lnTo>
                  <a:lnTo>
                    <a:pt x="1155612" y="729187"/>
                  </a:lnTo>
                  <a:lnTo>
                    <a:pt x="1188576" y="694427"/>
                  </a:lnTo>
                  <a:lnTo>
                    <a:pt x="1222863" y="661490"/>
                  </a:lnTo>
                  <a:lnTo>
                    <a:pt x="1258471" y="630379"/>
                  </a:lnTo>
                  <a:lnTo>
                    <a:pt x="1295401" y="601093"/>
                  </a:lnTo>
                  <a:lnTo>
                    <a:pt x="1333650" y="573637"/>
                  </a:lnTo>
                  <a:lnTo>
                    <a:pt x="1373218" y="548009"/>
                  </a:lnTo>
                  <a:lnTo>
                    <a:pt x="1414104" y="524214"/>
                  </a:lnTo>
                  <a:lnTo>
                    <a:pt x="1456306" y="502251"/>
                  </a:lnTo>
                  <a:lnTo>
                    <a:pt x="1499824" y="482124"/>
                  </a:lnTo>
                  <a:lnTo>
                    <a:pt x="1544656" y="463833"/>
                  </a:lnTo>
                  <a:lnTo>
                    <a:pt x="1590801" y="447380"/>
                  </a:lnTo>
                  <a:lnTo>
                    <a:pt x="1638258" y="432766"/>
                  </a:lnTo>
                  <a:lnTo>
                    <a:pt x="1687027" y="419995"/>
                  </a:lnTo>
                  <a:lnTo>
                    <a:pt x="1737106" y="409066"/>
                  </a:lnTo>
                  <a:lnTo>
                    <a:pt x="1786825" y="400833"/>
                  </a:lnTo>
                  <a:lnTo>
                    <a:pt x="1836741" y="394251"/>
                  </a:lnTo>
                  <a:lnTo>
                    <a:pt x="1936961" y="382289"/>
                  </a:lnTo>
                  <a:lnTo>
                    <a:pt x="1987169" y="375030"/>
                  </a:lnTo>
                  <a:lnTo>
                    <a:pt x="2031490" y="364031"/>
                  </a:lnTo>
                  <a:lnTo>
                    <a:pt x="2073417" y="347138"/>
                  </a:lnTo>
                  <a:lnTo>
                    <a:pt x="2112416" y="324221"/>
                  </a:lnTo>
                  <a:lnTo>
                    <a:pt x="2147951" y="295148"/>
                  </a:lnTo>
                  <a:lnTo>
                    <a:pt x="2175938" y="263003"/>
                  </a:lnTo>
                  <a:lnTo>
                    <a:pt x="2195163" y="229441"/>
                  </a:lnTo>
                  <a:lnTo>
                    <a:pt x="2209800" y="160400"/>
                  </a:lnTo>
                  <a:lnTo>
                    <a:pt x="2205027" y="119437"/>
                  </a:lnTo>
                  <a:lnTo>
                    <a:pt x="2191432" y="79867"/>
                  </a:lnTo>
                  <a:lnTo>
                    <a:pt x="2170098" y="42654"/>
                  </a:lnTo>
                  <a:lnTo>
                    <a:pt x="2142109" y="8762"/>
                  </a:lnTo>
                  <a:lnTo>
                    <a:pt x="2115927" y="404"/>
                  </a:lnTo>
                  <a:lnTo>
                    <a:pt x="2106041" y="0"/>
                  </a:lnTo>
                  <a:close/>
                </a:path>
              </a:pathLst>
            </a:custGeom>
            <a:solidFill>
              <a:srgbClr val="B5C396"/>
            </a:solidFill>
          </p:spPr>
          <p:txBody>
            <a:bodyPr wrap="square" lIns="0" tIns="0" rIns="0" bIns="0" rtlCol="0"/>
            <a:lstStyle/>
            <a:p>
              <a:endParaRPr/>
            </a:p>
          </p:txBody>
        </p:sp>
        <p:sp>
          <p:nvSpPr>
            <p:cNvPr id="5" name="object 5"/>
            <p:cNvSpPr/>
            <p:nvPr/>
          </p:nvSpPr>
          <p:spPr>
            <a:xfrm>
              <a:off x="0" y="0"/>
              <a:ext cx="495300" cy="2269490"/>
            </a:xfrm>
            <a:custGeom>
              <a:avLst/>
              <a:gdLst/>
              <a:ahLst/>
              <a:cxnLst/>
              <a:rect l="l" t="t" r="r" b="b"/>
              <a:pathLst>
                <a:path w="495300" h="2269490">
                  <a:moveTo>
                    <a:pt x="477443" y="0"/>
                  </a:moveTo>
                  <a:lnTo>
                    <a:pt x="0" y="0"/>
                  </a:lnTo>
                  <a:lnTo>
                    <a:pt x="0" y="2268872"/>
                  </a:lnTo>
                  <a:lnTo>
                    <a:pt x="42210" y="2236968"/>
                  </a:lnTo>
                  <a:lnTo>
                    <a:pt x="79905" y="2205237"/>
                  </a:lnTo>
                  <a:lnTo>
                    <a:pt x="115405" y="2171438"/>
                  </a:lnTo>
                  <a:lnTo>
                    <a:pt x="148297" y="2135251"/>
                  </a:lnTo>
                  <a:lnTo>
                    <a:pt x="181947" y="2092302"/>
                  </a:lnTo>
                  <a:lnTo>
                    <a:pt x="212246" y="2048053"/>
                  </a:lnTo>
                  <a:lnTo>
                    <a:pt x="239217" y="2002524"/>
                  </a:lnTo>
                  <a:lnTo>
                    <a:pt x="262885" y="1955736"/>
                  </a:lnTo>
                  <a:lnTo>
                    <a:pt x="283271" y="1907710"/>
                  </a:lnTo>
                  <a:lnTo>
                    <a:pt x="300400" y="1858466"/>
                  </a:lnTo>
                  <a:lnTo>
                    <a:pt x="314295" y="1808026"/>
                  </a:lnTo>
                  <a:lnTo>
                    <a:pt x="324980" y="1756410"/>
                  </a:lnTo>
                  <a:lnTo>
                    <a:pt x="332605" y="1697243"/>
                  </a:lnTo>
                  <a:lnTo>
                    <a:pt x="335076" y="1638553"/>
                  </a:lnTo>
                  <a:lnTo>
                    <a:pt x="333546" y="1591971"/>
                  </a:lnTo>
                  <a:lnTo>
                    <a:pt x="329049" y="1545674"/>
                  </a:lnTo>
                  <a:lnTo>
                    <a:pt x="321725" y="1499631"/>
                  </a:lnTo>
                  <a:lnTo>
                    <a:pt x="311716" y="1453811"/>
                  </a:lnTo>
                  <a:lnTo>
                    <a:pt x="299161" y="1408181"/>
                  </a:lnTo>
                  <a:lnTo>
                    <a:pt x="284200" y="1362710"/>
                  </a:lnTo>
                  <a:lnTo>
                    <a:pt x="266638" y="1315161"/>
                  </a:lnTo>
                  <a:lnTo>
                    <a:pt x="231379" y="1220063"/>
                  </a:lnTo>
                  <a:lnTo>
                    <a:pt x="213947" y="1172514"/>
                  </a:lnTo>
                  <a:lnTo>
                    <a:pt x="196824" y="1124965"/>
                  </a:lnTo>
                  <a:lnTo>
                    <a:pt x="182321" y="1079888"/>
                  </a:lnTo>
                  <a:lnTo>
                    <a:pt x="170365" y="1034517"/>
                  </a:lnTo>
                  <a:lnTo>
                    <a:pt x="161196" y="988775"/>
                  </a:lnTo>
                  <a:lnTo>
                    <a:pt x="155056" y="942581"/>
                  </a:lnTo>
                  <a:lnTo>
                    <a:pt x="152184" y="895858"/>
                  </a:lnTo>
                  <a:lnTo>
                    <a:pt x="151790" y="883538"/>
                  </a:lnTo>
                  <a:lnTo>
                    <a:pt x="151790" y="877442"/>
                  </a:lnTo>
                  <a:lnTo>
                    <a:pt x="154290" y="831159"/>
                  </a:lnTo>
                  <a:lnTo>
                    <a:pt x="161779" y="786377"/>
                  </a:lnTo>
                  <a:lnTo>
                    <a:pt x="174244" y="743122"/>
                  </a:lnTo>
                  <a:lnTo>
                    <a:pt x="191670" y="701417"/>
                  </a:lnTo>
                  <a:lnTo>
                    <a:pt x="214043" y="661287"/>
                  </a:lnTo>
                  <a:lnTo>
                    <a:pt x="241348" y="622757"/>
                  </a:lnTo>
                  <a:lnTo>
                    <a:pt x="273570" y="585851"/>
                  </a:lnTo>
                  <a:lnTo>
                    <a:pt x="301739" y="556613"/>
                  </a:lnTo>
                  <a:lnTo>
                    <a:pt x="329469" y="527018"/>
                  </a:lnTo>
                  <a:lnTo>
                    <a:pt x="356666" y="497089"/>
                  </a:lnTo>
                  <a:lnTo>
                    <a:pt x="383235" y="466851"/>
                  </a:lnTo>
                  <a:lnTo>
                    <a:pt x="417089" y="421778"/>
                  </a:lnTo>
                  <a:lnTo>
                    <a:pt x="444376" y="374272"/>
                  </a:lnTo>
                  <a:lnTo>
                    <a:pt x="465516" y="324461"/>
                  </a:lnTo>
                  <a:lnTo>
                    <a:pt x="480928" y="272474"/>
                  </a:lnTo>
                  <a:lnTo>
                    <a:pt x="491032" y="218439"/>
                  </a:lnTo>
                  <a:lnTo>
                    <a:pt x="495035" y="166487"/>
                  </a:lnTo>
                  <a:lnTo>
                    <a:pt x="495300" y="149225"/>
                  </a:lnTo>
                  <a:lnTo>
                    <a:pt x="494215" y="114028"/>
                  </a:lnTo>
                  <a:lnTo>
                    <a:pt x="490999" y="78914"/>
                  </a:lnTo>
                  <a:lnTo>
                    <a:pt x="485704" y="43872"/>
                  </a:lnTo>
                  <a:lnTo>
                    <a:pt x="478383" y="8889"/>
                  </a:lnTo>
                  <a:lnTo>
                    <a:pt x="477443" y="6223"/>
                  </a:lnTo>
                  <a:lnTo>
                    <a:pt x="477443" y="0"/>
                  </a:lnTo>
                  <a:close/>
                </a:path>
              </a:pathLst>
            </a:custGeom>
            <a:solidFill>
              <a:srgbClr val="8EA8C9"/>
            </a:solidFill>
          </p:spPr>
          <p:txBody>
            <a:bodyPr wrap="square" lIns="0" tIns="0" rIns="0" bIns="0" rtlCol="0"/>
            <a:lstStyle/>
            <a:p>
              <a:endParaRPr/>
            </a:p>
          </p:txBody>
        </p:sp>
        <p:sp>
          <p:nvSpPr>
            <p:cNvPr id="6" name="object 6"/>
            <p:cNvSpPr/>
            <p:nvPr/>
          </p:nvSpPr>
          <p:spPr>
            <a:xfrm>
              <a:off x="85725" y="542924"/>
              <a:ext cx="295275" cy="352425"/>
            </a:xfrm>
            <a:custGeom>
              <a:avLst/>
              <a:gdLst/>
              <a:ahLst/>
              <a:cxnLst/>
              <a:rect l="l" t="t" r="r" b="b"/>
              <a:pathLst>
                <a:path w="295275" h="352425">
                  <a:moveTo>
                    <a:pt x="28575" y="101346"/>
                  </a:moveTo>
                  <a:lnTo>
                    <a:pt x="28206" y="97155"/>
                  </a:lnTo>
                  <a:lnTo>
                    <a:pt x="28206" y="93853"/>
                  </a:lnTo>
                  <a:lnTo>
                    <a:pt x="26733" y="83312"/>
                  </a:lnTo>
                  <a:lnTo>
                    <a:pt x="24117" y="77089"/>
                  </a:lnTo>
                  <a:lnTo>
                    <a:pt x="16332" y="76327"/>
                  </a:lnTo>
                  <a:lnTo>
                    <a:pt x="15722" y="76200"/>
                  </a:lnTo>
                  <a:lnTo>
                    <a:pt x="14541" y="76200"/>
                  </a:lnTo>
                  <a:lnTo>
                    <a:pt x="7683" y="76200"/>
                  </a:lnTo>
                  <a:lnTo>
                    <a:pt x="2844" y="80645"/>
                  </a:lnTo>
                  <a:lnTo>
                    <a:pt x="1473" y="88392"/>
                  </a:lnTo>
                  <a:lnTo>
                    <a:pt x="355" y="95885"/>
                  </a:lnTo>
                  <a:lnTo>
                    <a:pt x="0" y="104267"/>
                  </a:lnTo>
                  <a:lnTo>
                    <a:pt x="1092" y="112141"/>
                  </a:lnTo>
                  <a:lnTo>
                    <a:pt x="1841" y="119634"/>
                  </a:lnTo>
                  <a:lnTo>
                    <a:pt x="7035" y="123825"/>
                  </a:lnTo>
                  <a:lnTo>
                    <a:pt x="14097" y="123825"/>
                  </a:lnTo>
                  <a:lnTo>
                    <a:pt x="21526" y="123444"/>
                  </a:lnTo>
                  <a:lnTo>
                    <a:pt x="25984" y="118364"/>
                  </a:lnTo>
                  <a:lnTo>
                    <a:pt x="27470" y="110490"/>
                  </a:lnTo>
                  <a:lnTo>
                    <a:pt x="28206" y="107188"/>
                  </a:lnTo>
                  <a:lnTo>
                    <a:pt x="28206" y="103378"/>
                  </a:lnTo>
                  <a:lnTo>
                    <a:pt x="28575" y="101346"/>
                  </a:lnTo>
                  <a:close/>
                </a:path>
                <a:path w="295275" h="352425">
                  <a:moveTo>
                    <a:pt x="76187" y="241935"/>
                  </a:moveTo>
                  <a:lnTo>
                    <a:pt x="74777" y="233006"/>
                  </a:lnTo>
                  <a:lnTo>
                    <a:pt x="70853" y="225844"/>
                  </a:lnTo>
                  <a:lnTo>
                    <a:pt x="64833" y="221005"/>
                  </a:lnTo>
                  <a:lnTo>
                    <a:pt x="57150" y="219075"/>
                  </a:lnTo>
                  <a:lnTo>
                    <a:pt x="56464" y="219075"/>
                  </a:lnTo>
                  <a:lnTo>
                    <a:pt x="49174" y="220599"/>
                  </a:lnTo>
                  <a:lnTo>
                    <a:pt x="43383" y="224777"/>
                  </a:lnTo>
                  <a:lnTo>
                    <a:pt x="39636" y="231025"/>
                  </a:lnTo>
                  <a:lnTo>
                    <a:pt x="38430" y="238760"/>
                  </a:lnTo>
                  <a:lnTo>
                    <a:pt x="39573" y="250520"/>
                  </a:lnTo>
                  <a:lnTo>
                    <a:pt x="42900" y="259308"/>
                  </a:lnTo>
                  <a:lnTo>
                    <a:pt x="48260" y="264807"/>
                  </a:lnTo>
                  <a:lnTo>
                    <a:pt x="55511" y="266700"/>
                  </a:lnTo>
                  <a:lnTo>
                    <a:pt x="56210" y="266700"/>
                  </a:lnTo>
                  <a:lnTo>
                    <a:pt x="64427" y="264922"/>
                  </a:lnTo>
                  <a:lnTo>
                    <a:pt x="70726" y="259892"/>
                  </a:lnTo>
                  <a:lnTo>
                    <a:pt x="74764" y="252082"/>
                  </a:lnTo>
                  <a:lnTo>
                    <a:pt x="76187" y="241935"/>
                  </a:lnTo>
                  <a:close/>
                </a:path>
                <a:path w="295275" h="352425">
                  <a:moveTo>
                    <a:pt x="102501" y="170751"/>
                  </a:moveTo>
                  <a:lnTo>
                    <a:pt x="101396" y="163118"/>
                  </a:lnTo>
                  <a:lnTo>
                    <a:pt x="96672" y="146558"/>
                  </a:lnTo>
                  <a:lnTo>
                    <a:pt x="90855" y="143256"/>
                  </a:lnTo>
                  <a:lnTo>
                    <a:pt x="84734" y="142875"/>
                  </a:lnTo>
                  <a:lnTo>
                    <a:pt x="75031" y="142875"/>
                  </a:lnTo>
                  <a:lnTo>
                    <a:pt x="69215" y="149098"/>
                  </a:lnTo>
                  <a:lnTo>
                    <a:pt x="68224" y="159258"/>
                  </a:lnTo>
                  <a:lnTo>
                    <a:pt x="69519" y="169659"/>
                  </a:lnTo>
                  <a:lnTo>
                    <a:pt x="74663" y="179793"/>
                  </a:lnTo>
                  <a:lnTo>
                    <a:pt x="82080" y="187464"/>
                  </a:lnTo>
                  <a:lnTo>
                    <a:pt x="90170" y="190500"/>
                  </a:lnTo>
                  <a:lnTo>
                    <a:pt x="90855" y="190500"/>
                  </a:lnTo>
                  <a:lnTo>
                    <a:pt x="91198" y="190373"/>
                  </a:lnTo>
                  <a:lnTo>
                    <a:pt x="94094" y="189992"/>
                  </a:lnTo>
                  <a:lnTo>
                    <a:pt x="97320" y="188341"/>
                  </a:lnTo>
                  <a:lnTo>
                    <a:pt x="98958" y="185547"/>
                  </a:lnTo>
                  <a:lnTo>
                    <a:pt x="101904" y="178295"/>
                  </a:lnTo>
                  <a:lnTo>
                    <a:pt x="102501" y="170751"/>
                  </a:lnTo>
                  <a:close/>
                </a:path>
                <a:path w="295275" h="352425">
                  <a:moveTo>
                    <a:pt x="113982" y="332867"/>
                  </a:moveTo>
                  <a:lnTo>
                    <a:pt x="112903" y="325183"/>
                  </a:lnTo>
                  <a:lnTo>
                    <a:pt x="109296" y="319506"/>
                  </a:lnTo>
                  <a:lnTo>
                    <a:pt x="103263" y="315874"/>
                  </a:lnTo>
                  <a:lnTo>
                    <a:pt x="94932" y="314325"/>
                  </a:lnTo>
                  <a:lnTo>
                    <a:pt x="84289" y="314325"/>
                  </a:lnTo>
                  <a:lnTo>
                    <a:pt x="76212" y="320675"/>
                  </a:lnTo>
                  <a:lnTo>
                    <a:pt x="76212" y="329946"/>
                  </a:lnTo>
                  <a:lnTo>
                    <a:pt x="77508" y="338442"/>
                  </a:lnTo>
                  <a:lnTo>
                    <a:pt x="81089" y="345528"/>
                  </a:lnTo>
                  <a:lnTo>
                    <a:pt x="86423" y="350431"/>
                  </a:lnTo>
                  <a:lnTo>
                    <a:pt x="92989" y="352425"/>
                  </a:lnTo>
                  <a:lnTo>
                    <a:pt x="94399" y="352425"/>
                  </a:lnTo>
                  <a:lnTo>
                    <a:pt x="102260" y="351053"/>
                  </a:lnTo>
                  <a:lnTo>
                    <a:pt x="108381" y="347129"/>
                  </a:lnTo>
                  <a:lnTo>
                    <a:pt x="112395" y="340969"/>
                  </a:lnTo>
                  <a:lnTo>
                    <a:pt x="113982" y="332867"/>
                  </a:lnTo>
                  <a:close/>
                </a:path>
                <a:path w="295275" h="352425">
                  <a:moveTo>
                    <a:pt x="152387" y="23241"/>
                  </a:moveTo>
                  <a:lnTo>
                    <a:pt x="150990" y="13779"/>
                  </a:lnTo>
                  <a:lnTo>
                    <a:pt x="146951" y="6527"/>
                  </a:lnTo>
                  <a:lnTo>
                    <a:pt x="140462" y="1828"/>
                  </a:lnTo>
                  <a:lnTo>
                    <a:pt x="131724" y="0"/>
                  </a:lnTo>
                  <a:lnTo>
                    <a:pt x="121183" y="0"/>
                  </a:lnTo>
                  <a:lnTo>
                    <a:pt x="114655" y="5334"/>
                  </a:lnTo>
                  <a:lnTo>
                    <a:pt x="114655" y="14605"/>
                  </a:lnTo>
                  <a:lnTo>
                    <a:pt x="116497" y="23698"/>
                  </a:lnTo>
                  <a:lnTo>
                    <a:pt x="122008" y="31165"/>
                  </a:lnTo>
                  <a:lnTo>
                    <a:pt x="130378" y="36233"/>
                  </a:lnTo>
                  <a:lnTo>
                    <a:pt x="140779" y="38100"/>
                  </a:lnTo>
                  <a:lnTo>
                    <a:pt x="148666" y="38100"/>
                  </a:lnTo>
                  <a:lnTo>
                    <a:pt x="152387" y="33147"/>
                  </a:lnTo>
                  <a:lnTo>
                    <a:pt x="152387" y="23241"/>
                  </a:lnTo>
                  <a:close/>
                </a:path>
                <a:path w="295275" h="352425">
                  <a:moveTo>
                    <a:pt x="185318" y="123113"/>
                  </a:moveTo>
                  <a:lnTo>
                    <a:pt x="181025" y="110109"/>
                  </a:lnTo>
                  <a:lnTo>
                    <a:pt x="172796" y="99682"/>
                  </a:lnTo>
                  <a:lnTo>
                    <a:pt x="162483" y="95250"/>
                  </a:lnTo>
                  <a:lnTo>
                    <a:pt x="152679" y="95250"/>
                  </a:lnTo>
                  <a:lnTo>
                    <a:pt x="146380" y="101092"/>
                  </a:lnTo>
                  <a:lnTo>
                    <a:pt x="144614" y="111760"/>
                  </a:lnTo>
                  <a:lnTo>
                    <a:pt x="144310" y="118897"/>
                  </a:lnTo>
                  <a:lnTo>
                    <a:pt x="145846" y="125133"/>
                  </a:lnTo>
                  <a:lnTo>
                    <a:pt x="148958" y="130556"/>
                  </a:lnTo>
                  <a:lnTo>
                    <a:pt x="153390" y="135255"/>
                  </a:lnTo>
                  <a:lnTo>
                    <a:pt x="158800" y="139573"/>
                  </a:lnTo>
                  <a:lnTo>
                    <a:pt x="164617" y="142875"/>
                  </a:lnTo>
                  <a:lnTo>
                    <a:pt x="173202" y="142875"/>
                  </a:lnTo>
                  <a:lnTo>
                    <a:pt x="185318" y="123113"/>
                  </a:lnTo>
                  <a:close/>
                </a:path>
                <a:path w="295275" h="352425">
                  <a:moveTo>
                    <a:pt x="190119" y="303530"/>
                  </a:moveTo>
                  <a:lnTo>
                    <a:pt x="188125" y="292354"/>
                  </a:lnTo>
                  <a:lnTo>
                    <a:pt x="183108" y="283743"/>
                  </a:lnTo>
                  <a:lnTo>
                    <a:pt x="175590" y="278193"/>
                  </a:lnTo>
                  <a:lnTo>
                    <a:pt x="166077" y="276225"/>
                  </a:lnTo>
                  <a:lnTo>
                    <a:pt x="156641" y="277914"/>
                  </a:lnTo>
                  <a:lnTo>
                    <a:pt x="149313" y="282676"/>
                  </a:lnTo>
                  <a:lnTo>
                    <a:pt x="144564" y="290055"/>
                  </a:lnTo>
                  <a:lnTo>
                    <a:pt x="142875" y="299593"/>
                  </a:lnTo>
                  <a:lnTo>
                    <a:pt x="145034" y="309333"/>
                  </a:lnTo>
                  <a:lnTo>
                    <a:pt x="151079" y="317017"/>
                  </a:lnTo>
                  <a:lnTo>
                    <a:pt x="160299" y="322046"/>
                  </a:lnTo>
                  <a:lnTo>
                    <a:pt x="172008" y="323850"/>
                  </a:lnTo>
                  <a:lnTo>
                    <a:pt x="179197" y="322211"/>
                  </a:lnTo>
                  <a:lnTo>
                    <a:pt x="185039" y="317792"/>
                  </a:lnTo>
                  <a:lnTo>
                    <a:pt x="188874" y="311315"/>
                  </a:lnTo>
                  <a:lnTo>
                    <a:pt x="190119" y="303530"/>
                  </a:lnTo>
                  <a:close/>
                </a:path>
                <a:path w="295275" h="352425">
                  <a:moveTo>
                    <a:pt x="219075" y="211709"/>
                  </a:moveTo>
                  <a:lnTo>
                    <a:pt x="218389" y="188214"/>
                  </a:lnTo>
                  <a:lnTo>
                    <a:pt x="214591" y="182118"/>
                  </a:lnTo>
                  <a:lnTo>
                    <a:pt x="206717" y="180975"/>
                  </a:lnTo>
                  <a:lnTo>
                    <a:pt x="205460" y="180975"/>
                  </a:lnTo>
                  <a:lnTo>
                    <a:pt x="197319" y="180975"/>
                  </a:lnTo>
                  <a:lnTo>
                    <a:pt x="192493" y="187071"/>
                  </a:lnTo>
                  <a:lnTo>
                    <a:pt x="191554" y="198882"/>
                  </a:lnTo>
                  <a:lnTo>
                    <a:pt x="190500" y="210693"/>
                  </a:lnTo>
                  <a:lnTo>
                    <a:pt x="195313" y="218440"/>
                  </a:lnTo>
                  <a:lnTo>
                    <a:pt x="204851" y="219075"/>
                  </a:lnTo>
                  <a:lnTo>
                    <a:pt x="213804" y="219075"/>
                  </a:lnTo>
                  <a:lnTo>
                    <a:pt x="219075" y="211709"/>
                  </a:lnTo>
                  <a:close/>
                </a:path>
                <a:path w="295275" h="352425">
                  <a:moveTo>
                    <a:pt x="285737" y="73787"/>
                  </a:moveTo>
                  <a:lnTo>
                    <a:pt x="284340" y="63169"/>
                  </a:lnTo>
                  <a:lnTo>
                    <a:pt x="280441" y="54902"/>
                  </a:lnTo>
                  <a:lnTo>
                    <a:pt x="274472" y="49542"/>
                  </a:lnTo>
                  <a:lnTo>
                    <a:pt x="266852" y="47625"/>
                  </a:lnTo>
                  <a:lnTo>
                    <a:pt x="258902" y="49352"/>
                  </a:lnTo>
                  <a:lnTo>
                    <a:pt x="252857" y="54216"/>
                  </a:lnTo>
                  <a:lnTo>
                    <a:pt x="249008" y="61823"/>
                  </a:lnTo>
                  <a:lnTo>
                    <a:pt x="247662" y="71755"/>
                  </a:lnTo>
                  <a:lnTo>
                    <a:pt x="249237" y="81381"/>
                  </a:lnTo>
                  <a:lnTo>
                    <a:pt x="253695" y="88798"/>
                  </a:lnTo>
                  <a:lnTo>
                    <a:pt x="260629" y="93573"/>
                  </a:lnTo>
                  <a:lnTo>
                    <a:pt x="269659" y="95250"/>
                  </a:lnTo>
                  <a:lnTo>
                    <a:pt x="270446" y="95250"/>
                  </a:lnTo>
                  <a:lnTo>
                    <a:pt x="276631" y="93738"/>
                  </a:lnTo>
                  <a:lnTo>
                    <a:pt x="281393" y="89433"/>
                  </a:lnTo>
                  <a:lnTo>
                    <a:pt x="284492" y="82664"/>
                  </a:lnTo>
                  <a:lnTo>
                    <a:pt x="285737" y="73787"/>
                  </a:lnTo>
                  <a:close/>
                </a:path>
                <a:path w="295275" h="352425">
                  <a:moveTo>
                    <a:pt x="295275" y="261874"/>
                  </a:moveTo>
                  <a:lnTo>
                    <a:pt x="275170" y="229489"/>
                  </a:lnTo>
                  <a:lnTo>
                    <a:pt x="271348" y="228600"/>
                  </a:lnTo>
                  <a:lnTo>
                    <a:pt x="267716" y="228600"/>
                  </a:lnTo>
                  <a:lnTo>
                    <a:pt x="260400" y="229958"/>
                  </a:lnTo>
                  <a:lnTo>
                    <a:pt x="254292" y="233832"/>
                  </a:lnTo>
                  <a:lnTo>
                    <a:pt x="250050" y="239915"/>
                  </a:lnTo>
                  <a:lnTo>
                    <a:pt x="248361" y="247904"/>
                  </a:lnTo>
                  <a:lnTo>
                    <a:pt x="250786" y="258279"/>
                  </a:lnTo>
                  <a:lnTo>
                    <a:pt x="257937" y="267360"/>
                  </a:lnTo>
                  <a:lnTo>
                    <a:pt x="268033" y="273786"/>
                  </a:lnTo>
                  <a:lnTo>
                    <a:pt x="279285" y="276225"/>
                  </a:lnTo>
                  <a:lnTo>
                    <a:pt x="281178" y="276225"/>
                  </a:lnTo>
                  <a:lnTo>
                    <a:pt x="283044" y="275971"/>
                  </a:lnTo>
                  <a:lnTo>
                    <a:pt x="293281" y="273177"/>
                  </a:lnTo>
                  <a:lnTo>
                    <a:pt x="295275" y="267335"/>
                  </a:lnTo>
                  <a:lnTo>
                    <a:pt x="295275" y="261874"/>
                  </a:lnTo>
                  <a:close/>
                </a:path>
              </a:pathLst>
            </a:custGeom>
            <a:solidFill>
              <a:srgbClr val="E7EBDB"/>
            </a:solidFill>
          </p:spPr>
          <p:txBody>
            <a:bodyPr wrap="square" lIns="0" tIns="0" rIns="0" bIns="0" rtlCol="0"/>
            <a:lstStyle/>
            <a:p>
              <a:endParaRPr/>
            </a:p>
          </p:txBody>
        </p:sp>
      </p:grpSp>
      <p:grpSp>
        <p:nvGrpSpPr>
          <p:cNvPr id="7" name="object 7"/>
          <p:cNvGrpSpPr/>
          <p:nvPr/>
        </p:nvGrpSpPr>
        <p:grpSpPr>
          <a:xfrm>
            <a:off x="7191376" y="5292390"/>
            <a:ext cx="1952625" cy="1566333"/>
            <a:chOff x="7191375" y="3969292"/>
            <a:chExt cx="1952625" cy="1174750"/>
          </a:xfrm>
        </p:grpSpPr>
        <p:sp>
          <p:nvSpPr>
            <p:cNvPr id="8" name="object 8"/>
            <p:cNvSpPr/>
            <p:nvPr/>
          </p:nvSpPr>
          <p:spPr>
            <a:xfrm>
              <a:off x="7191375" y="3969292"/>
              <a:ext cx="1952625" cy="1174750"/>
            </a:xfrm>
            <a:custGeom>
              <a:avLst/>
              <a:gdLst/>
              <a:ahLst/>
              <a:cxnLst/>
              <a:rect l="l" t="t" r="r" b="b"/>
              <a:pathLst>
                <a:path w="1952625" h="1174750">
                  <a:moveTo>
                    <a:pt x="1677910" y="0"/>
                  </a:moveTo>
                  <a:lnTo>
                    <a:pt x="1625796" y="279"/>
                  </a:lnTo>
                  <a:lnTo>
                    <a:pt x="1573276" y="3457"/>
                  </a:lnTo>
                  <a:lnTo>
                    <a:pt x="1519788" y="9925"/>
                  </a:lnTo>
                  <a:lnTo>
                    <a:pt x="1466849" y="19171"/>
                  </a:lnTo>
                  <a:lnTo>
                    <a:pt x="1414581" y="31486"/>
                  </a:lnTo>
                  <a:lnTo>
                    <a:pt x="1363106" y="47157"/>
                  </a:lnTo>
                  <a:lnTo>
                    <a:pt x="1312545" y="66475"/>
                  </a:lnTo>
                  <a:lnTo>
                    <a:pt x="1270861" y="86572"/>
                  </a:lnTo>
                  <a:lnTo>
                    <a:pt x="1232640" y="110821"/>
                  </a:lnTo>
                  <a:lnTo>
                    <a:pt x="1198052" y="139426"/>
                  </a:lnTo>
                  <a:lnTo>
                    <a:pt x="1167269" y="172590"/>
                  </a:lnTo>
                  <a:lnTo>
                    <a:pt x="1140459" y="210518"/>
                  </a:lnTo>
                  <a:lnTo>
                    <a:pt x="1119943" y="245336"/>
                  </a:lnTo>
                  <a:lnTo>
                    <a:pt x="1079577" y="314987"/>
                  </a:lnTo>
                  <a:lnTo>
                    <a:pt x="1059560" y="350269"/>
                  </a:lnTo>
                  <a:lnTo>
                    <a:pt x="1033480" y="393573"/>
                  </a:lnTo>
                  <a:lnTo>
                    <a:pt x="1005935" y="434868"/>
                  </a:lnTo>
                  <a:lnTo>
                    <a:pt x="976925" y="474152"/>
                  </a:lnTo>
                  <a:lnTo>
                    <a:pt x="946453" y="511422"/>
                  </a:lnTo>
                  <a:lnTo>
                    <a:pt x="914520" y="546678"/>
                  </a:lnTo>
                  <a:lnTo>
                    <a:pt x="881125" y="579916"/>
                  </a:lnTo>
                  <a:lnTo>
                    <a:pt x="846272" y="611136"/>
                  </a:lnTo>
                  <a:lnTo>
                    <a:pt x="809960" y="640334"/>
                  </a:lnTo>
                  <a:lnTo>
                    <a:pt x="772190" y="667510"/>
                  </a:lnTo>
                  <a:lnTo>
                    <a:pt x="732965" y="692661"/>
                  </a:lnTo>
                  <a:lnTo>
                    <a:pt x="692284" y="715786"/>
                  </a:lnTo>
                  <a:lnTo>
                    <a:pt x="650149" y="736882"/>
                  </a:lnTo>
                  <a:lnTo>
                    <a:pt x="606561" y="755947"/>
                  </a:lnTo>
                  <a:lnTo>
                    <a:pt x="561522" y="772979"/>
                  </a:lnTo>
                  <a:lnTo>
                    <a:pt x="515031" y="787978"/>
                  </a:lnTo>
                  <a:lnTo>
                    <a:pt x="467091" y="800940"/>
                  </a:lnTo>
                  <a:lnTo>
                    <a:pt x="417702" y="811863"/>
                  </a:lnTo>
                  <a:lnTo>
                    <a:pt x="362761" y="820707"/>
                  </a:lnTo>
                  <a:lnTo>
                    <a:pt x="307546" y="827597"/>
                  </a:lnTo>
                  <a:lnTo>
                    <a:pt x="252164" y="834161"/>
                  </a:lnTo>
                  <a:lnTo>
                    <a:pt x="196723" y="842026"/>
                  </a:lnTo>
                  <a:lnTo>
                    <a:pt x="157533" y="851759"/>
                  </a:lnTo>
                  <a:lnTo>
                    <a:pt x="120475" y="866732"/>
                  </a:lnTo>
                  <a:lnTo>
                    <a:pt x="86012" y="887037"/>
                  </a:lnTo>
                  <a:lnTo>
                    <a:pt x="54609" y="912765"/>
                  </a:lnTo>
                  <a:lnTo>
                    <a:pt x="12922" y="970970"/>
                  </a:lnTo>
                  <a:lnTo>
                    <a:pt x="0" y="1032119"/>
                  </a:lnTo>
                  <a:lnTo>
                    <a:pt x="4202" y="1068435"/>
                  </a:lnTo>
                  <a:lnTo>
                    <a:pt x="35040" y="1136437"/>
                  </a:lnTo>
                  <a:lnTo>
                    <a:pt x="59817" y="1166400"/>
                  </a:lnTo>
                  <a:lnTo>
                    <a:pt x="91694" y="1174207"/>
                  </a:lnTo>
                  <a:lnTo>
                    <a:pt x="1952625" y="1174207"/>
                  </a:lnTo>
                  <a:lnTo>
                    <a:pt x="1952625" y="103546"/>
                  </a:lnTo>
                  <a:lnTo>
                    <a:pt x="1951408" y="89790"/>
                  </a:lnTo>
                  <a:lnTo>
                    <a:pt x="1880079" y="39324"/>
                  </a:lnTo>
                  <a:lnTo>
                    <a:pt x="1830702" y="22280"/>
                  </a:lnTo>
                  <a:lnTo>
                    <a:pt x="1780474" y="10426"/>
                  </a:lnTo>
                  <a:lnTo>
                    <a:pt x="1729507" y="3191"/>
                  </a:lnTo>
                  <a:lnTo>
                    <a:pt x="1677910" y="0"/>
                  </a:lnTo>
                  <a:close/>
                </a:path>
              </a:pathLst>
            </a:custGeom>
            <a:solidFill>
              <a:srgbClr val="FBF8F0"/>
            </a:solidFill>
          </p:spPr>
          <p:txBody>
            <a:bodyPr wrap="square" lIns="0" tIns="0" rIns="0" bIns="0" rtlCol="0"/>
            <a:lstStyle/>
            <a:p>
              <a:endParaRPr/>
            </a:p>
          </p:txBody>
        </p:sp>
        <p:sp>
          <p:nvSpPr>
            <p:cNvPr id="9" name="object 9"/>
            <p:cNvSpPr/>
            <p:nvPr/>
          </p:nvSpPr>
          <p:spPr>
            <a:xfrm>
              <a:off x="7649964" y="4295774"/>
              <a:ext cx="741045" cy="438150"/>
            </a:xfrm>
            <a:custGeom>
              <a:avLst/>
              <a:gdLst/>
              <a:ahLst/>
              <a:cxnLst/>
              <a:rect l="l" t="t" r="r" b="b"/>
              <a:pathLst>
                <a:path w="741045" h="438150">
                  <a:moveTo>
                    <a:pt x="366783" y="0"/>
                  </a:moveTo>
                  <a:lnTo>
                    <a:pt x="314326" y="3663"/>
                  </a:lnTo>
                  <a:lnTo>
                    <a:pt x="262977" y="14552"/>
                  </a:lnTo>
                  <a:lnTo>
                    <a:pt x="213746" y="32516"/>
                  </a:lnTo>
                  <a:lnTo>
                    <a:pt x="167647" y="57404"/>
                  </a:lnTo>
                  <a:lnTo>
                    <a:pt x="129165" y="85753"/>
                  </a:lnTo>
                  <a:lnTo>
                    <a:pt x="94869" y="118924"/>
                  </a:lnTo>
                  <a:lnTo>
                    <a:pt x="65171" y="156232"/>
                  </a:lnTo>
                  <a:lnTo>
                    <a:pt x="40477" y="196995"/>
                  </a:lnTo>
                  <a:lnTo>
                    <a:pt x="21198" y="240530"/>
                  </a:lnTo>
                  <a:lnTo>
                    <a:pt x="7741" y="286154"/>
                  </a:lnTo>
                  <a:lnTo>
                    <a:pt x="515" y="333184"/>
                  </a:lnTo>
                  <a:lnTo>
                    <a:pt x="0" y="352248"/>
                  </a:lnTo>
                  <a:lnTo>
                    <a:pt x="2103" y="371255"/>
                  </a:lnTo>
                  <a:lnTo>
                    <a:pt x="31835" y="411203"/>
                  </a:lnTo>
                  <a:lnTo>
                    <a:pt x="77858" y="419252"/>
                  </a:lnTo>
                  <a:lnTo>
                    <a:pt x="228203" y="425324"/>
                  </a:lnTo>
                  <a:lnTo>
                    <a:pt x="378575" y="430278"/>
                  </a:lnTo>
                  <a:lnTo>
                    <a:pt x="478797" y="432981"/>
                  </a:lnTo>
                  <a:lnTo>
                    <a:pt x="513183" y="434174"/>
                  </a:lnTo>
                  <a:lnTo>
                    <a:pt x="583382" y="437470"/>
                  </a:lnTo>
                  <a:lnTo>
                    <a:pt x="618624" y="438150"/>
                  </a:lnTo>
                  <a:lnTo>
                    <a:pt x="632789" y="438011"/>
                  </a:lnTo>
                  <a:lnTo>
                    <a:pt x="674758" y="435584"/>
                  </a:lnTo>
                  <a:lnTo>
                    <a:pt x="723796" y="413813"/>
                  </a:lnTo>
                  <a:lnTo>
                    <a:pt x="740925" y="363181"/>
                  </a:lnTo>
                  <a:lnTo>
                    <a:pt x="733456" y="318805"/>
                  </a:lnTo>
                  <a:lnTo>
                    <a:pt x="716319" y="274681"/>
                  </a:lnTo>
                  <a:lnTo>
                    <a:pt x="694277" y="232272"/>
                  </a:lnTo>
                  <a:lnTo>
                    <a:pt x="672091" y="193040"/>
                  </a:lnTo>
                  <a:lnTo>
                    <a:pt x="651968" y="158336"/>
                  </a:lnTo>
                  <a:lnTo>
                    <a:pt x="629499" y="125288"/>
                  </a:lnTo>
                  <a:lnTo>
                    <a:pt x="604101" y="94817"/>
                  </a:lnTo>
                  <a:lnTo>
                    <a:pt x="575190" y="67843"/>
                  </a:lnTo>
                  <a:lnTo>
                    <a:pt x="533852" y="40681"/>
                  </a:lnTo>
                  <a:lnTo>
                    <a:pt x="488703" y="20891"/>
                  </a:lnTo>
                  <a:lnTo>
                    <a:pt x="428505" y="5183"/>
                  </a:lnTo>
                  <a:lnTo>
                    <a:pt x="397728" y="1290"/>
                  </a:lnTo>
                  <a:lnTo>
                    <a:pt x="366783" y="0"/>
                  </a:lnTo>
                  <a:close/>
                </a:path>
              </a:pathLst>
            </a:custGeom>
            <a:solidFill>
              <a:srgbClr val="B5C396"/>
            </a:solidFill>
          </p:spPr>
          <p:txBody>
            <a:bodyPr wrap="square" lIns="0" tIns="0" rIns="0" bIns="0" rtlCol="0"/>
            <a:lstStyle/>
            <a:p>
              <a:endParaRPr/>
            </a:p>
          </p:txBody>
        </p:sp>
        <p:sp>
          <p:nvSpPr>
            <p:cNvPr id="10" name="object 10"/>
            <p:cNvSpPr/>
            <p:nvPr/>
          </p:nvSpPr>
          <p:spPr>
            <a:xfrm>
              <a:off x="8564778" y="4600587"/>
              <a:ext cx="427355" cy="542925"/>
            </a:xfrm>
            <a:custGeom>
              <a:avLst/>
              <a:gdLst/>
              <a:ahLst/>
              <a:cxnLst/>
              <a:rect l="l" t="t" r="r" b="b"/>
              <a:pathLst>
                <a:path w="427354" h="542925">
                  <a:moveTo>
                    <a:pt x="72263" y="286600"/>
                  </a:moveTo>
                  <a:lnTo>
                    <a:pt x="69837" y="237134"/>
                  </a:lnTo>
                  <a:lnTo>
                    <a:pt x="64389" y="187972"/>
                  </a:lnTo>
                  <a:lnTo>
                    <a:pt x="55854" y="139077"/>
                  </a:lnTo>
                  <a:lnTo>
                    <a:pt x="54508" y="132143"/>
                  </a:lnTo>
                  <a:lnTo>
                    <a:pt x="53962" y="125171"/>
                  </a:lnTo>
                  <a:lnTo>
                    <a:pt x="54864" y="118262"/>
                  </a:lnTo>
                  <a:lnTo>
                    <a:pt x="57886" y="111493"/>
                  </a:lnTo>
                  <a:lnTo>
                    <a:pt x="62458" y="101739"/>
                  </a:lnTo>
                  <a:lnTo>
                    <a:pt x="62458" y="93167"/>
                  </a:lnTo>
                  <a:lnTo>
                    <a:pt x="57873" y="85890"/>
                  </a:lnTo>
                  <a:lnTo>
                    <a:pt x="48742" y="79984"/>
                  </a:lnTo>
                  <a:lnTo>
                    <a:pt x="43281" y="77406"/>
                  </a:lnTo>
                  <a:lnTo>
                    <a:pt x="37820" y="76200"/>
                  </a:lnTo>
                  <a:lnTo>
                    <a:pt x="32613" y="76200"/>
                  </a:lnTo>
                  <a:lnTo>
                    <a:pt x="609" y="109524"/>
                  </a:lnTo>
                  <a:lnTo>
                    <a:pt x="0" y="123024"/>
                  </a:lnTo>
                  <a:lnTo>
                    <a:pt x="1346" y="136385"/>
                  </a:lnTo>
                  <a:lnTo>
                    <a:pt x="3911" y="149618"/>
                  </a:lnTo>
                  <a:lnTo>
                    <a:pt x="6959" y="162712"/>
                  </a:lnTo>
                  <a:lnTo>
                    <a:pt x="14998" y="197624"/>
                  </a:lnTo>
                  <a:lnTo>
                    <a:pt x="21971" y="232651"/>
                  </a:lnTo>
                  <a:lnTo>
                    <a:pt x="26416" y="268173"/>
                  </a:lnTo>
                  <a:lnTo>
                    <a:pt x="26898" y="304546"/>
                  </a:lnTo>
                  <a:lnTo>
                    <a:pt x="24676" y="351472"/>
                  </a:lnTo>
                  <a:lnTo>
                    <a:pt x="23507" y="398462"/>
                  </a:lnTo>
                  <a:lnTo>
                    <a:pt x="22974" y="445490"/>
                  </a:lnTo>
                  <a:lnTo>
                    <a:pt x="22644" y="492556"/>
                  </a:lnTo>
                  <a:lnTo>
                    <a:pt x="22072" y="539623"/>
                  </a:lnTo>
                  <a:lnTo>
                    <a:pt x="22072" y="542912"/>
                  </a:lnTo>
                  <a:lnTo>
                    <a:pt x="67500" y="542912"/>
                  </a:lnTo>
                  <a:lnTo>
                    <a:pt x="67665" y="541591"/>
                  </a:lnTo>
                  <a:lnTo>
                    <a:pt x="68922" y="439000"/>
                  </a:lnTo>
                  <a:lnTo>
                    <a:pt x="69951" y="387680"/>
                  </a:lnTo>
                  <a:lnTo>
                    <a:pt x="71729" y="336410"/>
                  </a:lnTo>
                  <a:lnTo>
                    <a:pt x="72263" y="286600"/>
                  </a:lnTo>
                  <a:close/>
                </a:path>
                <a:path w="427354" h="542925">
                  <a:moveTo>
                    <a:pt x="216687" y="521893"/>
                  </a:moveTo>
                  <a:lnTo>
                    <a:pt x="216217" y="491528"/>
                  </a:lnTo>
                  <a:lnTo>
                    <a:pt x="214464" y="461289"/>
                  </a:lnTo>
                  <a:lnTo>
                    <a:pt x="211048" y="431101"/>
                  </a:lnTo>
                  <a:lnTo>
                    <a:pt x="207594" y="406717"/>
                  </a:lnTo>
                  <a:lnTo>
                    <a:pt x="204177" y="382231"/>
                  </a:lnTo>
                  <a:lnTo>
                    <a:pt x="200952" y="357593"/>
                  </a:lnTo>
                  <a:lnTo>
                    <a:pt x="198094" y="333121"/>
                  </a:lnTo>
                  <a:lnTo>
                    <a:pt x="195478" y="308013"/>
                  </a:lnTo>
                  <a:lnTo>
                    <a:pt x="193243" y="282867"/>
                  </a:lnTo>
                  <a:lnTo>
                    <a:pt x="190893" y="257784"/>
                  </a:lnTo>
                  <a:lnTo>
                    <a:pt x="187934" y="232854"/>
                  </a:lnTo>
                  <a:lnTo>
                    <a:pt x="181876" y="187947"/>
                  </a:lnTo>
                  <a:lnTo>
                    <a:pt x="176390" y="143078"/>
                  </a:lnTo>
                  <a:lnTo>
                    <a:pt x="173012" y="98094"/>
                  </a:lnTo>
                  <a:lnTo>
                    <a:pt x="173329" y="52819"/>
                  </a:lnTo>
                  <a:lnTo>
                    <a:pt x="173710" y="48920"/>
                  </a:lnTo>
                  <a:lnTo>
                    <a:pt x="172694" y="44691"/>
                  </a:lnTo>
                  <a:lnTo>
                    <a:pt x="144119" y="28575"/>
                  </a:lnTo>
                  <a:lnTo>
                    <a:pt x="140563" y="28575"/>
                  </a:lnTo>
                  <a:lnTo>
                    <a:pt x="113512" y="55410"/>
                  </a:lnTo>
                  <a:lnTo>
                    <a:pt x="114808" y="74333"/>
                  </a:lnTo>
                  <a:lnTo>
                    <a:pt x="119989" y="130670"/>
                  </a:lnTo>
                  <a:lnTo>
                    <a:pt x="124841" y="172046"/>
                  </a:lnTo>
                  <a:lnTo>
                    <a:pt x="129933" y="213410"/>
                  </a:lnTo>
                  <a:lnTo>
                    <a:pt x="135115" y="254774"/>
                  </a:lnTo>
                  <a:lnTo>
                    <a:pt x="140182" y="296138"/>
                  </a:lnTo>
                  <a:lnTo>
                    <a:pt x="142036" y="316623"/>
                  </a:lnTo>
                  <a:lnTo>
                    <a:pt x="143624" y="337134"/>
                  </a:lnTo>
                  <a:lnTo>
                    <a:pt x="145529" y="357695"/>
                  </a:lnTo>
                  <a:lnTo>
                    <a:pt x="148310" y="377888"/>
                  </a:lnTo>
                  <a:lnTo>
                    <a:pt x="154813" y="419455"/>
                  </a:lnTo>
                  <a:lnTo>
                    <a:pt x="159842" y="461022"/>
                  </a:lnTo>
                  <a:lnTo>
                    <a:pt x="162750" y="502716"/>
                  </a:lnTo>
                  <a:lnTo>
                    <a:pt x="162902" y="542912"/>
                  </a:lnTo>
                  <a:lnTo>
                    <a:pt x="216382" y="542912"/>
                  </a:lnTo>
                  <a:lnTo>
                    <a:pt x="216687" y="521893"/>
                  </a:lnTo>
                  <a:close/>
                </a:path>
                <a:path w="427354" h="542925">
                  <a:moveTo>
                    <a:pt x="302996" y="542912"/>
                  </a:moveTo>
                  <a:lnTo>
                    <a:pt x="302158" y="488873"/>
                  </a:lnTo>
                  <a:lnTo>
                    <a:pt x="301244" y="434911"/>
                  </a:lnTo>
                  <a:lnTo>
                    <a:pt x="300672" y="380885"/>
                  </a:lnTo>
                  <a:lnTo>
                    <a:pt x="300837" y="326834"/>
                  </a:lnTo>
                  <a:lnTo>
                    <a:pt x="301231" y="279133"/>
                  </a:lnTo>
                  <a:lnTo>
                    <a:pt x="301117" y="231394"/>
                  </a:lnTo>
                  <a:lnTo>
                    <a:pt x="300469" y="183642"/>
                  </a:lnTo>
                  <a:lnTo>
                    <a:pt x="299237" y="135890"/>
                  </a:lnTo>
                  <a:lnTo>
                    <a:pt x="297383" y="88150"/>
                  </a:lnTo>
                  <a:lnTo>
                    <a:pt x="294868" y="40449"/>
                  </a:lnTo>
                  <a:lnTo>
                    <a:pt x="269849" y="19050"/>
                  </a:lnTo>
                  <a:lnTo>
                    <a:pt x="268198" y="19075"/>
                  </a:lnTo>
                  <a:lnTo>
                    <a:pt x="247116" y="43345"/>
                  </a:lnTo>
                  <a:lnTo>
                    <a:pt x="247624" y="48209"/>
                  </a:lnTo>
                  <a:lnTo>
                    <a:pt x="248005" y="52743"/>
                  </a:lnTo>
                  <a:lnTo>
                    <a:pt x="255130" y="102958"/>
                  </a:lnTo>
                  <a:lnTo>
                    <a:pt x="257276" y="149364"/>
                  </a:lnTo>
                  <a:lnTo>
                    <a:pt x="257441" y="198348"/>
                  </a:lnTo>
                  <a:lnTo>
                    <a:pt x="257644" y="247357"/>
                  </a:lnTo>
                  <a:lnTo>
                    <a:pt x="257886" y="296392"/>
                  </a:lnTo>
                  <a:lnTo>
                    <a:pt x="258457" y="394512"/>
                  </a:lnTo>
                  <a:lnTo>
                    <a:pt x="259435" y="541769"/>
                  </a:lnTo>
                  <a:lnTo>
                    <a:pt x="259435" y="542912"/>
                  </a:lnTo>
                  <a:lnTo>
                    <a:pt x="302996" y="542912"/>
                  </a:lnTo>
                  <a:close/>
                </a:path>
                <a:path w="427354" h="542925">
                  <a:moveTo>
                    <a:pt x="426821" y="190639"/>
                  </a:moveTo>
                  <a:lnTo>
                    <a:pt x="422351" y="152374"/>
                  </a:lnTo>
                  <a:lnTo>
                    <a:pt x="420852" y="139763"/>
                  </a:lnTo>
                  <a:lnTo>
                    <a:pt x="416877" y="110007"/>
                  </a:lnTo>
                  <a:lnTo>
                    <a:pt x="413372" y="80251"/>
                  </a:lnTo>
                  <a:lnTo>
                    <a:pt x="411226" y="50380"/>
                  </a:lnTo>
                  <a:lnTo>
                    <a:pt x="411251" y="16103"/>
                  </a:lnTo>
                  <a:lnTo>
                    <a:pt x="409676" y="11391"/>
                  </a:lnTo>
                  <a:lnTo>
                    <a:pt x="407390" y="8102"/>
                  </a:lnTo>
                  <a:lnTo>
                    <a:pt x="403326" y="2755"/>
                  </a:lnTo>
                  <a:lnTo>
                    <a:pt x="395452" y="0"/>
                  </a:lnTo>
                  <a:lnTo>
                    <a:pt x="383514" y="0"/>
                  </a:lnTo>
                  <a:lnTo>
                    <a:pt x="360781" y="24206"/>
                  </a:lnTo>
                  <a:lnTo>
                    <a:pt x="362534" y="43954"/>
                  </a:lnTo>
                  <a:lnTo>
                    <a:pt x="364337" y="63766"/>
                  </a:lnTo>
                  <a:lnTo>
                    <a:pt x="366420" y="83578"/>
                  </a:lnTo>
                  <a:lnTo>
                    <a:pt x="369036" y="103314"/>
                  </a:lnTo>
                  <a:lnTo>
                    <a:pt x="373532" y="134353"/>
                  </a:lnTo>
                  <a:lnTo>
                    <a:pt x="376745" y="165442"/>
                  </a:lnTo>
                  <a:lnTo>
                    <a:pt x="378104" y="196672"/>
                  </a:lnTo>
                  <a:lnTo>
                    <a:pt x="377037" y="228066"/>
                  </a:lnTo>
                  <a:lnTo>
                    <a:pt x="375170" y="250317"/>
                  </a:lnTo>
                  <a:lnTo>
                    <a:pt x="373456" y="272351"/>
                  </a:lnTo>
                  <a:lnTo>
                    <a:pt x="372186" y="294424"/>
                  </a:lnTo>
                  <a:lnTo>
                    <a:pt x="371703" y="316395"/>
                  </a:lnTo>
                  <a:lnTo>
                    <a:pt x="371716" y="373519"/>
                  </a:lnTo>
                  <a:lnTo>
                    <a:pt x="372186" y="430606"/>
                  </a:lnTo>
                  <a:lnTo>
                    <a:pt x="372935" y="487629"/>
                  </a:lnTo>
                  <a:lnTo>
                    <a:pt x="373710" y="542912"/>
                  </a:lnTo>
                  <a:lnTo>
                    <a:pt x="421233" y="542912"/>
                  </a:lnTo>
                  <a:lnTo>
                    <a:pt x="421233" y="531774"/>
                  </a:lnTo>
                  <a:lnTo>
                    <a:pt x="420192" y="419493"/>
                  </a:lnTo>
                  <a:lnTo>
                    <a:pt x="419912" y="373519"/>
                  </a:lnTo>
                  <a:lnTo>
                    <a:pt x="419836" y="307200"/>
                  </a:lnTo>
                  <a:lnTo>
                    <a:pt x="420763" y="288239"/>
                  </a:lnTo>
                  <a:lnTo>
                    <a:pt x="422605" y="269278"/>
                  </a:lnTo>
                  <a:lnTo>
                    <a:pt x="424827" y="250228"/>
                  </a:lnTo>
                  <a:lnTo>
                    <a:pt x="426821" y="231355"/>
                  </a:lnTo>
                  <a:lnTo>
                    <a:pt x="426821" y="190639"/>
                  </a:lnTo>
                  <a:close/>
                </a:path>
              </a:pathLst>
            </a:custGeom>
            <a:solidFill>
              <a:srgbClr val="133A36"/>
            </a:solidFill>
          </p:spPr>
          <p:txBody>
            <a:bodyPr wrap="square" lIns="0" tIns="0" rIns="0" bIns="0" rtlCol="0"/>
            <a:lstStyle/>
            <a:p>
              <a:endParaRPr/>
            </a:p>
          </p:txBody>
        </p:sp>
      </p:grpSp>
      <p:sp>
        <p:nvSpPr>
          <p:cNvPr id="15" name="object 15"/>
          <p:cNvSpPr txBox="1">
            <a:spLocks noGrp="1"/>
          </p:cNvSpPr>
          <p:nvPr>
            <p:ph type="title"/>
          </p:nvPr>
        </p:nvSpPr>
        <p:spPr>
          <a:xfrm>
            <a:off x="2209800" y="2509822"/>
            <a:ext cx="4210050" cy="1032334"/>
          </a:xfrm>
          <a:prstGeom prst="rect">
            <a:avLst/>
          </a:prstGeom>
        </p:spPr>
        <p:txBody>
          <a:bodyPr vert="horz" wrap="square" lIns="0" tIns="16510" rIns="0" bIns="0" rtlCol="0">
            <a:spAutoFit/>
          </a:bodyPr>
          <a:lstStyle/>
          <a:p>
            <a:pPr marL="12700">
              <a:lnSpc>
                <a:spcPct val="100000"/>
              </a:lnSpc>
              <a:spcBef>
                <a:spcPts val="130"/>
              </a:spcBef>
            </a:pPr>
            <a:r>
              <a:rPr lang="en-IN" sz="6600" b="1" spc="434" dirty="0">
                <a:solidFill>
                  <a:schemeClr val="tx2">
                    <a:lumMod val="60000"/>
                    <a:lumOff val="40000"/>
                  </a:schemeClr>
                </a:solidFill>
              </a:rPr>
              <a:t>Thankyou</a:t>
            </a:r>
            <a:endParaRPr sz="6600" b="1" spc="434" dirty="0">
              <a:solidFill>
                <a:schemeClr val="tx2">
                  <a:lumMod val="60000"/>
                  <a:lumOff val="40000"/>
                </a:schemeClr>
              </a:solidFill>
            </a:endParaRPr>
          </a:p>
        </p:txBody>
      </p:sp>
      <p:sp>
        <p:nvSpPr>
          <p:cNvPr id="17" name="object 17"/>
          <p:cNvSpPr/>
          <p:nvPr/>
        </p:nvSpPr>
        <p:spPr>
          <a:xfrm>
            <a:off x="168617" y="0"/>
            <a:ext cx="1506220" cy="1168400"/>
          </a:xfrm>
          <a:custGeom>
            <a:avLst/>
            <a:gdLst/>
            <a:ahLst/>
            <a:cxnLst/>
            <a:rect l="l" t="t" r="r" b="b"/>
            <a:pathLst>
              <a:path w="1506220" h="876300">
                <a:moveTo>
                  <a:pt x="1323759" y="779780"/>
                </a:moveTo>
                <a:lnTo>
                  <a:pt x="1317358" y="776439"/>
                </a:lnTo>
                <a:lnTo>
                  <a:pt x="1318298" y="777113"/>
                </a:lnTo>
                <a:lnTo>
                  <a:pt x="1323759" y="779780"/>
                </a:lnTo>
                <a:close/>
              </a:path>
              <a:path w="1506220" h="876300">
                <a:moveTo>
                  <a:pt x="1505623" y="853059"/>
                </a:moveTo>
                <a:lnTo>
                  <a:pt x="1505407" y="849376"/>
                </a:lnTo>
                <a:lnTo>
                  <a:pt x="1504988" y="841756"/>
                </a:lnTo>
                <a:lnTo>
                  <a:pt x="1495717" y="839343"/>
                </a:lnTo>
                <a:lnTo>
                  <a:pt x="1488986" y="836168"/>
                </a:lnTo>
                <a:lnTo>
                  <a:pt x="1486192" y="834720"/>
                </a:lnTo>
                <a:lnTo>
                  <a:pt x="1486192" y="846709"/>
                </a:lnTo>
                <a:lnTo>
                  <a:pt x="1485557" y="848995"/>
                </a:lnTo>
                <a:lnTo>
                  <a:pt x="1476794" y="849122"/>
                </a:lnTo>
                <a:lnTo>
                  <a:pt x="1468158" y="849376"/>
                </a:lnTo>
                <a:lnTo>
                  <a:pt x="1460792" y="848614"/>
                </a:lnTo>
                <a:lnTo>
                  <a:pt x="1411833" y="838962"/>
                </a:lnTo>
                <a:lnTo>
                  <a:pt x="1396022" y="835152"/>
                </a:lnTo>
                <a:lnTo>
                  <a:pt x="1335074" y="821664"/>
                </a:lnTo>
                <a:lnTo>
                  <a:pt x="1274610" y="806831"/>
                </a:lnTo>
                <a:lnTo>
                  <a:pt x="1207846" y="784593"/>
                </a:lnTo>
                <a:lnTo>
                  <a:pt x="1171321" y="765911"/>
                </a:lnTo>
                <a:lnTo>
                  <a:pt x="1170635" y="765429"/>
                </a:lnTo>
                <a:lnTo>
                  <a:pt x="1148626" y="750049"/>
                </a:lnTo>
                <a:lnTo>
                  <a:pt x="1148626" y="765429"/>
                </a:lnTo>
                <a:lnTo>
                  <a:pt x="1140498" y="763270"/>
                </a:lnTo>
                <a:lnTo>
                  <a:pt x="1081138" y="735368"/>
                </a:lnTo>
                <a:lnTo>
                  <a:pt x="1025829" y="699262"/>
                </a:lnTo>
                <a:lnTo>
                  <a:pt x="994994" y="675830"/>
                </a:lnTo>
                <a:lnTo>
                  <a:pt x="964768" y="651852"/>
                </a:lnTo>
                <a:lnTo>
                  <a:pt x="935202" y="627138"/>
                </a:lnTo>
                <a:lnTo>
                  <a:pt x="906386" y="601472"/>
                </a:lnTo>
                <a:lnTo>
                  <a:pt x="867105" y="565391"/>
                </a:lnTo>
                <a:lnTo>
                  <a:pt x="789520" y="492569"/>
                </a:lnTo>
                <a:lnTo>
                  <a:pt x="673760" y="382905"/>
                </a:lnTo>
                <a:lnTo>
                  <a:pt x="639851" y="352196"/>
                </a:lnTo>
                <a:lnTo>
                  <a:pt x="604812" y="322783"/>
                </a:lnTo>
                <a:lnTo>
                  <a:pt x="568388" y="295033"/>
                </a:lnTo>
                <a:lnTo>
                  <a:pt x="530301" y="269278"/>
                </a:lnTo>
                <a:lnTo>
                  <a:pt x="490296" y="245872"/>
                </a:lnTo>
                <a:lnTo>
                  <a:pt x="452501" y="225234"/>
                </a:lnTo>
                <a:lnTo>
                  <a:pt x="413893" y="205447"/>
                </a:lnTo>
                <a:lnTo>
                  <a:pt x="335889" y="167386"/>
                </a:lnTo>
                <a:lnTo>
                  <a:pt x="331558" y="164973"/>
                </a:lnTo>
                <a:lnTo>
                  <a:pt x="327215" y="162687"/>
                </a:lnTo>
                <a:lnTo>
                  <a:pt x="321767" y="159893"/>
                </a:lnTo>
                <a:lnTo>
                  <a:pt x="327342" y="157734"/>
                </a:lnTo>
                <a:lnTo>
                  <a:pt x="527939" y="216446"/>
                </a:lnTo>
                <a:lnTo>
                  <a:pt x="567080" y="228612"/>
                </a:lnTo>
                <a:lnTo>
                  <a:pt x="605739" y="241808"/>
                </a:lnTo>
                <a:lnTo>
                  <a:pt x="651979" y="259549"/>
                </a:lnTo>
                <a:lnTo>
                  <a:pt x="696353" y="280555"/>
                </a:lnTo>
                <a:lnTo>
                  <a:pt x="738606" y="305269"/>
                </a:lnTo>
                <a:lnTo>
                  <a:pt x="778535" y="334073"/>
                </a:lnTo>
                <a:lnTo>
                  <a:pt x="815911" y="367411"/>
                </a:lnTo>
                <a:lnTo>
                  <a:pt x="859370" y="412991"/>
                </a:lnTo>
                <a:lnTo>
                  <a:pt x="900430" y="460756"/>
                </a:lnTo>
                <a:lnTo>
                  <a:pt x="927989" y="495731"/>
                </a:lnTo>
                <a:lnTo>
                  <a:pt x="954760" y="531431"/>
                </a:lnTo>
                <a:lnTo>
                  <a:pt x="1007732" y="603631"/>
                </a:lnTo>
                <a:lnTo>
                  <a:pt x="1051090" y="657910"/>
                </a:lnTo>
                <a:lnTo>
                  <a:pt x="1094689" y="711327"/>
                </a:lnTo>
                <a:lnTo>
                  <a:pt x="1134567" y="751852"/>
                </a:lnTo>
                <a:lnTo>
                  <a:pt x="1148626" y="765429"/>
                </a:lnTo>
                <a:lnTo>
                  <a:pt x="1148626" y="750049"/>
                </a:lnTo>
                <a:lnTo>
                  <a:pt x="1137704" y="742416"/>
                </a:lnTo>
                <a:lnTo>
                  <a:pt x="1107732" y="713613"/>
                </a:lnTo>
                <a:lnTo>
                  <a:pt x="1075296" y="675576"/>
                </a:lnTo>
                <a:lnTo>
                  <a:pt x="1059662" y="656539"/>
                </a:lnTo>
                <a:lnTo>
                  <a:pt x="1010399" y="592162"/>
                </a:lnTo>
                <a:lnTo>
                  <a:pt x="908024" y="455295"/>
                </a:lnTo>
                <a:lnTo>
                  <a:pt x="877062" y="416953"/>
                </a:lnTo>
                <a:lnTo>
                  <a:pt x="844042" y="381330"/>
                </a:lnTo>
                <a:lnTo>
                  <a:pt x="808901" y="348513"/>
                </a:lnTo>
                <a:lnTo>
                  <a:pt x="771563" y="318604"/>
                </a:lnTo>
                <a:lnTo>
                  <a:pt x="731964" y="291706"/>
                </a:lnTo>
                <a:lnTo>
                  <a:pt x="690041" y="267906"/>
                </a:lnTo>
                <a:lnTo>
                  <a:pt x="645706" y="247307"/>
                </a:lnTo>
                <a:lnTo>
                  <a:pt x="598919" y="229997"/>
                </a:lnTo>
                <a:lnTo>
                  <a:pt x="400265" y="168402"/>
                </a:lnTo>
                <a:lnTo>
                  <a:pt x="385762" y="163449"/>
                </a:lnTo>
                <a:lnTo>
                  <a:pt x="368909" y="157353"/>
                </a:lnTo>
                <a:lnTo>
                  <a:pt x="356831" y="152996"/>
                </a:lnTo>
                <a:lnTo>
                  <a:pt x="342353" y="147955"/>
                </a:lnTo>
                <a:lnTo>
                  <a:pt x="342646" y="147701"/>
                </a:lnTo>
                <a:lnTo>
                  <a:pt x="422198" y="160883"/>
                </a:lnTo>
                <a:lnTo>
                  <a:pt x="463651" y="168071"/>
                </a:lnTo>
                <a:lnTo>
                  <a:pt x="522732" y="180086"/>
                </a:lnTo>
                <a:lnTo>
                  <a:pt x="575132" y="192786"/>
                </a:lnTo>
                <a:lnTo>
                  <a:pt x="620039" y="205752"/>
                </a:lnTo>
                <a:lnTo>
                  <a:pt x="664298" y="220700"/>
                </a:lnTo>
                <a:lnTo>
                  <a:pt x="707834" y="237731"/>
                </a:lnTo>
                <a:lnTo>
                  <a:pt x="750544" y="256959"/>
                </a:lnTo>
                <a:lnTo>
                  <a:pt x="792365" y="278472"/>
                </a:lnTo>
                <a:lnTo>
                  <a:pt x="833221" y="302387"/>
                </a:lnTo>
                <a:lnTo>
                  <a:pt x="878522" y="334048"/>
                </a:lnTo>
                <a:lnTo>
                  <a:pt x="920178" y="369328"/>
                </a:lnTo>
                <a:lnTo>
                  <a:pt x="958583" y="407873"/>
                </a:lnTo>
                <a:lnTo>
                  <a:pt x="994117" y="449300"/>
                </a:lnTo>
                <a:lnTo>
                  <a:pt x="1027176" y="493268"/>
                </a:lnTo>
                <a:lnTo>
                  <a:pt x="1052322" y="527862"/>
                </a:lnTo>
                <a:lnTo>
                  <a:pt x="1077556" y="562127"/>
                </a:lnTo>
                <a:lnTo>
                  <a:pt x="1103376" y="595845"/>
                </a:lnTo>
                <a:lnTo>
                  <a:pt x="1130338" y="628777"/>
                </a:lnTo>
                <a:lnTo>
                  <a:pt x="1163904" y="665759"/>
                </a:lnTo>
                <a:lnTo>
                  <a:pt x="1200023" y="699579"/>
                </a:lnTo>
                <a:lnTo>
                  <a:pt x="1238694" y="730021"/>
                </a:lnTo>
                <a:lnTo>
                  <a:pt x="1279931" y="756831"/>
                </a:lnTo>
                <a:lnTo>
                  <a:pt x="1317358" y="776439"/>
                </a:lnTo>
                <a:lnTo>
                  <a:pt x="1313091" y="773303"/>
                </a:lnTo>
                <a:lnTo>
                  <a:pt x="1307884" y="769366"/>
                </a:lnTo>
                <a:lnTo>
                  <a:pt x="1264767" y="741921"/>
                </a:lnTo>
                <a:lnTo>
                  <a:pt x="1224407" y="711695"/>
                </a:lnTo>
                <a:lnTo>
                  <a:pt x="1186751" y="678738"/>
                </a:lnTo>
                <a:lnTo>
                  <a:pt x="1151724" y="643089"/>
                </a:lnTo>
                <a:lnTo>
                  <a:pt x="1119289" y="604774"/>
                </a:lnTo>
                <a:lnTo>
                  <a:pt x="1092771" y="570268"/>
                </a:lnTo>
                <a:lnTo>
                  <a:pt x="1067257" y="535432"/>
                </a:lnTo>
                <a:lnTo>
                  <a:pt x="1017117" y="465709"/>
                </a:lnTo>
                <a:lnTo>
                  <a:pt x="983462" y="422719"/>
                </a:lnTo>
                <a:lnTo>
                  <a:pt x="947039" y="383286"/>
                </a:lnTo>
                <a:lnTo>
                  <a:pt x="907910" y="347319"/>
                </a:lnTo>
                <a:lnTo>
                  <a:pt x="866114" y="314718"/>
                </a:lnTo>
                <a:lnTo>
                  <a:pt x="821690" y="285419"/>
                </a:lnTo>
                <a:lnTo>
                  <a:pt x="774712" y="259334"/>
                </a:lnTo>
                <a:lnTo>
                  <a:pt x="725220" y="236347"/>
                </a:lnTo>
                <a:lnTo>
                  <a:pt x="683666" y="220256"/>
                </a:lnTo>
                <a:lnTo>
                  <a:pt x="641769" y="205511"/>
                </a:lnTo>
                <a:lnTo>
                  <a:pt x="599503" y="192112"/>
                </a:lnTo>
                <a:lnTo>
                  <a:pt x="576110" y="185521"/>
                </a:lnTo>
                <a:lnTo>
                  <a:pt x="587578" y="187871"/>
                </a:lnTo>
                <a:lnTo>
                  <a:pt x="647839" y="201866"/>
                </a:lnTo>
                <a:lnTo>
                  <a:pt x="698804" y="215290"/>
                </a:lnTo>
                <a:lnTo>
                  <a:pt x="762012" y="233680"/>
                </a:lnTo>
                <a:lnTo>
                  <a:pt x="806030" y="249148"/>
                </a:lnTo>
                <a:lnTo>
                  <a:pt x="848601" y="267411"/>
                </a:lnTo>
                <a:lnTo>
                  <a:pt x="889571" y="288594"/>
                </a:lnTo>
                <a:lnTo>
                  <a:pt x="928751" y="312826"/>
                </a:lnTo>
                <a:lnTo>
                  <a:pt x="966012" y="340233"/>
                </a:lnTo>
                <a:lnTo>
                  <a:pt x="1007452" y="375627"/>
                </a:lnTo>
                <a:lnTo>
                  <a:pt x="1045743" y="413639"/>
                </a:lnTo>
                <a:lnTo>
                  <a:pt x="1081366" y="453758"/>
                </a:lnTo>
                <a:lnTo>
                  <a:pt x="1114844" y="495427"/>
                </a:lnTo>
                <a:lnTo>
                  <a:pt x="1139253" y="526376"/>
                </a:lnTo>
                <a:lnTo>
                  <a:pt x="1187894" y="588695"/>
                </a:lnTo>
                <a:lnTo>
                  <a:pt x="1212253" y="619633"/>
                </a:lnTo>
                <a:lnTo>
                  <a:pt x="1246784" y="659904"/>
                </a:lnTo>
                <a:lnTo>
                  <a:pt x="1282941" y="698284"/>
                </a:lnTo>
                <a:lnTo>
                  <a:pt x="1321092" y="734326"/>
                </a:lnTo>
                <a:lnTo>
                  <a:pt x="1361592" y="767600"/>
                </a:lnTo>
                <a:lnTo>
                  <a:pt x="1404785" y="797687"/>
                </a:lnTo>
                <a:lnTo>
                  <a:pt x="1444866" y="822921"/>
                </a:lnTo>
                <a:lnTo>
                  <a:pt x="1486192" y="846709"/>
                </a:lnTo>
                <a:lnTo>
                  <a:pt x="1486192" y="834720"/>
                </a:lnTo>
                <a:lnTo>
                  <a:pt x="1439672" y="810514"/>
                </a:lnTo>
                <a:lnTo>
                  <a:pt x="1393075" y="780859"/>
                </a:lnTo>
                <a:lnTo>
                  <a:pt x="1349413" y="747306"/>
                </a:lnTo>
                <a:lnTo>
                  <a:pt x="1308900" y="709930"/>
                </a:lnTo>
                <a:lnTo>
                  <a:pt x="1282052" y="682574"/>
                </a:lnTo>
                <a:lnTo>
                  <a:pt x="1256157" y="654405"/>
                </a:lnTo>
                <a:lnTo>
                  <a:pt x="1230884" y="625716"/>
                </a:lnTo>
                <a:lnTo>
                  <a:pt x="1205903" y="596773"/>
                </a:lnTo>
                <a:lnTo>
                  <a:pt x="1174686" y="558076"/>
                </a:lnTo>
                <a:lnTo>
                  <a:pt x="1113777" y="480136"/>
                </a:lnTo>
                <a:lnTo>
                  <a:pt x="1083043" y="442214"/>
                </a:lnTo>
                <a:lnTo>
                  <a:pt x="1051966" y="407162"/>
                </a:lnTo>
                <a:lnTo>
                  <a:pt x="1019086" y="374142"/>
                </a:lnTo>
                <a:lnTo>
                  <a:pt x="984300" y="343369"/>
                </a:lnTo>
                <a:lnTo>
                  <a:pt x="947508" y="315061"/>
                </a:lnTo>
                <a:lnTo>
                  <a:pt x="908621" y="289433"/>
                </a:lnTo>
                <a:lnTo>
                  <a:pt x="867549" y="266700"/>
                </a:lnTo>
                <a:lnTo>
                  <a:pt x="797928" y="236537"/>
                </a:lnTo>
                <a:lnTo>
                  <a:pt x="761834" y="224269"/>
                </a:lnTo>
                <a:lnTo>
                  <a:pt x="724966" y="213614"/>
                </a:lnTo>
                <a:lnTo>
                  <a:pt x="613219" y="185648"/>
                </a:lnTo>
                <a:lnTo>
                  <a:pt x="567639" y="174752"/>
                </a:lnTo>
                <a:lnTo>
                  <a:pt x="521843" y="164719"/>
                </a:lnTo>
                <a:lnTo>
                  <a:pt x="475678" y="156044"/>
                </a:lnTo>
                <a:lnTo>
                  <a:pt x="405688" y="144526"/>
                </a:lnTo>
                <a:lnTo>
                  <a:pt x="382778" y="140830"/>
                </a:lnTo>
                <a:lnTo>
                  <a:pt x="312166" y="128333"/>
                </a:lnTo>
                <a:lnTo>
                  <a:pt x="264045" y="118110"/>
                </a:lnTo>
                <a:lnTo>
                  <a:pt x="195795" y="98869"/>
                </a:lnTo>
                <a:lnTo>
                  <a:pt x="152349" y="82651"/>
                </a:lnTo>
                <a:lnTo>
                  <a:pt x="110096" y="62966"/>
                </a:lnTo>
                <a:lnTo>
                  <a:pt x="69240" y="39243"/>
                </a:lnTo>
                <a:lnTo>
                  <a:pt x="34074" y="15646"/>
                </a:lnTo>
                <a:lnTo>
                  <a:pt x="13716" y="0"/>
                </a:lnTo>
                <a:lnTo>
                  <a:pt x="0" y="0"/>
                </a:lnTo>
                <a:lnTo>
                  <a:pt x="37033" y="27876"/>
                </a:lnTo>
                <a:lnTo>
                  <a:pt x="80848" y="55930"/>
                </a:lnTo>
                <a:lnTo>
                  <a:pt x="126961" y="80746"/>
                </a:lnTo>
                <a:lnTo>
                  <a:pt x="220421" y="122008"/>
                </a:lnTo>
                <a:lnTo>
                  <a:pt x="263156" y="142430"/>
                </a:lnTo>
                <a:lnTo>
                  <a:pt x="268884" y="155155"/>
                </a:lnTo>
                <a:lnTo>
                  <a:pt x="279933" y="179603"/>
                </a:lnTo>
                <a:lnTo>
                  <a:pt x="290880" y="204076"/>
                </a:lnTo>
                <a:lnTo>
                  <a:pt x="313169" y="256895"/>
                </a:lnTo>
                <a:lnTo>
                  <a:pt x="336143" y="314109"/>
                </a:lnTo>
                <a:lnTo>
                  <a:pt x="351218" y="356450"/>
                </a:lnTo>
                <a:lnTo>
                  <a:pt x="361556" y="400431"/>
                </a:lnTo>
                <a:lnTo>
                  <a:pt x="371500" y="445668"/>
                </a:lnTo>
                <a:lnTo>
                  <a:pt x="383247" y="490474"/>
                </a:lnTo>
                <a:lnTo>
                  <a:pt x="397154" y="534162"/>
                </a:lnTo>
                <a:lnTo>
                  <a:pt x="413918" y="577113"/>
                </a:lnTo>
                <a:lnTo>
                  <a:pt x="433997" y="618998"/>
                </a:lnTo>
                <a:lnTo>
                  <a:pt x="456603" y="656501"/>
                </a:lnTo>
                <a:lnTo>
                  <a:pt x="482130" y="691794"/>
                </a:lnTo>
                <a:lnTo>
                  <a:pt x="510324" y="725106"/>
                </a:lnTo>
                <a:lnTo>
                  <a:pt x="540931" y="756666"/>
                </a:lnTo>
                <a:lnTo>
                  <a:pt x="598157" y="809879"/>
                </a:lnTo>
                <a:lnTo>
                  <a:pt x="616966" y="827786"/>
                </a:lnTo>
                <a:lnTo>
                  <a:pt x="626821" y="837450"/>
                </a:lnTo>
                <a:lnTo>
                  <a:pt x="636231" y="847318"/>
                </a:lnTo>
                <a:lnTo>
                  <a:pt x="646798" y="858774"/>
                </a:lnTo>
                <a:lnTo>
                  <a:pt x="654799" y="867410"/>
                </a:lnTo>
                <a:lnTo>
                  <a:pt x="658520" y="870966"/>
                </a:lnTo>
                <a:lnTo>
                  <a:pt x="661390" y="875792"/>
                </a:lnTo>
                <a:lnTo>
                  <a:pt x="669188" y="875157"/>
                </a:lnTo>
                <a:lnTo>
                  <a:pt x="668540" y="870966"/>
                </a:lnTo>
                <a:lnTo>
                  <a:pt x="668439" y="866775"/>
                </a:lnTo>
                <a:lnTo>
                  <a:pt x="667004" y="862330"/>
                </a:lnTo>
                <a:lnTo>
                  <a:pt x="659866" y="840917"/>
                </a:lnTo>
                <a:lnTo>
                  <a:pt x="659866" y="859155"/>
                </a:lnTo>
                <a:lnTo>
                  <a:pt x="659561" y="860806"/>
                </a:lnTo>
                <a:lnTo>
                  <a:pt x="659803" y="862330"/>
                </a:lnTo>
                <a:lnTo>
                  <a:pt x="657339" y="860044"/>
                </a:lnTo>
                <a:lnTo>
                  <a:pt x="655574" y="858774"/>
                </a:lnTo>
                <a:lnTo>
                  <a:pt x="653681" y="856996"/>
                </a:lnTo>
                <a:lnTo>
                  <a:pt x="639584" y="841794"/>
                </a:lnTo>
                <a:lnTo>
                  <a:pt x="632358" y="834351"/>
                </a:lnTo>
                <a:lnTo>
                  <a:pt x="602272" y="805827"/>
                </a:lnTo>
                <a:lnTo>
                  <a:pt x="557187" y="763651"/>
                </a:lnTo>
                <a:lnTo>
                  <a:pt x="535012" y="742315"/>
                </a:lnTo>
                <a:lnTo>
                  <a:pt x="500456" y="705269"/>
                </a:lnTo>
                <a:lnTo>
                  <a:pt x="470090" y="665784"/>
                </a:lnTo>
                <a:lnTo>
                  <a:pt x="443776" y="623989"/>
                </a:lnTo>
                <a:lnTo>
                  <a:pt x="421335" y="579970"/>
                </a:lnTo>
                <a:lnTo>
                  <a:pt x="402615" y="533819"/>
                </a:lnTo>
                <a:lnTo>
                  <a:pt x="387464" y="485648"/>
                </a:lnTo>
                <a:lnTo>
                  <a:pt x="377698" y="447586"/>
                </a:lnTo>
                <a:lnTo>
                  <a:pt x="368630" y="408940"/>
                </a:lnTo>
                <a:lnTo>
                  <a:pt x="359283" y="365379"/>
                </a:lnTo>
                <a:lnTo>
                  <a:pt x="370979" y="386334"/>
                </a:lnTo>
                <a:lnTo>
                  <a:pt x="382384" y="407504"/>
                </a:lnTo>
                <a:lnTo>
                  <a:pt x="393687" y="428701"/>
                </a:lnTo>
                <a:lnTo>
                  <a:pt x="405117" y="449707"/>
                </a:lnTo>
                <a:lnTo>
                  <a:pt x="428675" y="491921"/>
                </a:lnTo>
                <a:lnTo>
                  <a:pt x="453085" y="533819"/>
                </a:lnTo>
                <a:lnTo>
                  <a:pt x="515581" y="635901"/>
                </a:lnTo>
                <a:lnTo>
                  <a:pt x="541489" y="676071"/>
                </a:lnTo>
                <a:lnTo>
                  <a:pt x="555282" y="695833"/>
                </a:lnTo>
                <a:lnTo>
                  <a:pt x="554342" y="693293"/>
                </a:lnTo>
                <a:lnTo>
                  <a:pt x="552983" y="691388"/>
                </a:lnTo>
                <a:lnTo>
                  <a:pt x="552094" y="688848"/>
                </a:lnTo>
                <a:lnTo>
                  <a:pt x="532231" y="656031"/>
                </a:lnTo>
                <a:lnTo>
                  <a:pt x="504393" y="609841"/>
                </a:lnTo>
                <a:lnTo>
                  <a:pt x="480656" y="570204"/>
                </a:lnTo>
                <a:lnTo>
                  <a:pt x="457047" y="530491"/>
                </a:lnTo>
                <a:lnTo>
                  <a:pt x="433400" y="490296"/>
                </a:lnTo>
                <a:lnTo>
                  <a:pt x="410641" y="450100"/>
                </a:lnTo>
                <a:lnTo>
                  <a:pt x="388467" y="408940"/>
                </a:lnTo>
                <a:lnTo>
                  <a:pt x="367398" y="367220"/>
                </a:lnTo>
                <a:lnTo>
                  <a:pt x="366547" y="365379"/>
                </a:lnTo>
                <a:lnTo>
                  <a:pt x="347726" y="324866"/>
                </a:lnTo>
                <a:lnTo>
                  <a:pt x="344373" y="316992"/>
                </a:lnTo>
                <a:lnTo>
                  <a:pt x="342633" y="312547"/>
                </a:lnTo>
                <a:lnTo>
                  <a:pt x="345186" y="312166"/>
                </a:lnTo>
                <a:lnTo>
                  <a:pt x="345884" y="313055"/>
                </a:lnTo>
                <a:lnTo>
                  <a:pt x="347065" y="313944"/>
                </a:lnTo>
                <a:lnTo>
                  <a:pt x="367792" y="345249"/>
                </a:lnTo>
                <a:lnTo>
                  <a:pt x="389483" y="374269"/>
                </a:lnTo>
                <a:lnTo>
                  <a:pt x="412330" y="402437"/>
                </a:lnTo>
                <a:lnTo>
                  <a:pt x="435876" y="430149"/>
                </a:lnTo>
                <a:lnTo>
                  <a:pt x="462127" y="461581"/>
                </a:lnTo>
                <a:lnTo>
                  <a:pt x="487603" y="493776"/>
                </a:lnTo>
                <a:lnTo>
                  <a:pt x="512203" y="526732"/>
                </a:lnTo>
                <a:lnTo>
                  <a:pt x="535838" y="560451"/>
                </a:lnTo>
                <a:lnTo>
                  <a:pt x="564946" y="607314"/>
                </a:lnTo>
                <a:lnTo>
                  <a:pt x="590359" y="656056"/>
                </a:lnTo>
                <a:lnTo>
                  <a:pt x="611771" y="706551"/>
                </a:lnTo>
                <a:lnTo>
                  <a:pt x="628942" y="758825"/>
                </a:lnTo>
                <a:lnTo>
                  <a:pt x="635838" y="783983"/>
                </a:lnTo>
                <a:lnTo>
                  <a:pt x="642835" y="809167"/>
                </a:lnTo>
                <a:lnTo>
                  <a:pt x="650595" y="834148"/>
                </a:lnTo>
                <a:lnTo>
                  <a:pt x="659765" y="858647"/>
                </a:lnTo>
                <a:lnTo>
                  <a:pt x="659866" y="859155"/>
                </a:lnTo>
                <a:lnTo>
                  <a:pt x="659866" y="840917"/>
                </a:lnTo>
                <a:lnTo>
                  <a:pt x="653516" y="821855"/>
                </a:lnTo>
                <a:lnTo>
                  <a:pt x="647001" y="801052"/>
                </a:lnTo>
                <a:lnTo>
                  <a:pt x="631723" y="746887"/>
                </a:lnTo>
                <a:lnTo>
                  <a:pt x="608152" y="681837"/>
                </a:lnTo>
                <a:lnTo>
                  <a:pt x="572414" y="607872"/>
                </a:lnTo>
                <a:lnTo>
                  <a:pt x="547941" y="567397"/>
                </a:lnTo>
                <a:lnTo>
                  <a:pt x="521233" y="528370"/>
                </a:lnTo>
                <a:lnTo>
                  <a:pt x="492772" y="490474"/>
                </a:lnTo>
                <a:lnTo>
                  <a:pt x="451637" y="439394"/>
                </a:lnTo>
                <a:lnTo>
                  <a:pt x="409473" y="389255"/>
                </a:lnTo>
                <a:lnTo>
                  <a:pt x="380441" y="352539"/>
                </a:lnTo>
                <a:lnTo>
                  <a:pt x="354253" y="313944"/>
                </a:lnTo>
                <a:lnTo>
                  <a:pt x="330860" y="274193"/>
                </a:lnTo>
                <a:lnTo>
                  <a:pt x="309664" y="232968"/>
                </a:lnTo>
                <a:lnTo>
                  <a:pt x="290423" y="190627"/>
                </a:lnTo>
                <a:lnTo>
                  <a:pt x="285305" y="178663"/>
                </a:lnTo>
                <a:lnTo>
                  <a:pt x="280022" y="166649"/>
                </a:lnTo>
                <a:lnTo>
                  <a:pt x="274650" y="154647"/>
                </a:lnTo>
                <a:lnTo>
                  <a:pt x="270738" y="146062"/>
                </a:lnTo>
                <a:lnTo>
                  <a:pt x="308952" y="164299"/>
                </a:lnTo>
                <a:lnTo>
                  <a:pt x="397598" y="204889"/>
                </a:lnTo>
                <a:lnTo>
                  <a:pt x="440245" y="226923"/>
                </a:lnTo>
                <a:lnTo>
                  <a:pt x="481698" y="250698"/>
                </a:lnTo>
                <a:lnTo>
                  <a:pt x="521982" y="276174"/>
                </a:lnTo>
                <a:lnTo>
                  <a:pt x="561174" y="303276"/>
                </a:lnTo>
                <a:lnTo>
                  <a:pt x="599325" y="331952"/>
                </a:lnTo>
                <a:lnTo>
                  <a:pt x="636485" y="362140"/>
                </a:lnTo>
                <a:lnTo>
                  <a:pt x="672719" y="393801"/>
                </a:lnTo>
                <a:lnTo>
                  <a:pt x="708075" y="426847"/>
                </a:lnTo>
                <a:lnTo>
                  <a:pt x="810920" y="524802"/>
                </a:lnTo>
                <a:lnTo>
                  <a:pt x="845591" y="557225"/>
                </a:lnTo>
                <a:lnTo>
                  <a:pt x="880592" y="589457"/>
                </a:lnTo>
                <a:lnTo>
                  <a:pt x="939787" y="643039"/>
                </a:lnTo>
                <a:lnTo>
                  <a:pt x="990206" y="684123"/>
                </a:lnTo>
                <a:lnTo>
                  <a:pt x="1059002" y="733336"/>
                </a:lnTo>
                <a:lnTo>
                  <a:pt x="1104620" y="757974"/>
                </a:lnTo>
                <a:lnTo>
                  <a:pt x="1152334" y="778281"/>
                </a:lnTo>
                <a:lnTo>
                  <a:pt x="1201839" y="794512"/>
                </a:lnTo>
                <a:lnTo>
                  <a:pt x="1240332" y="805764"/>
                </a:lnTo>
                <a:lnTo>
                  <a:pt x="1281798" y="816635"/>
                </a:lnTo>
                <a:lnTo>
                  <a:pt x="1395996" y="844524"/>
                </a:lnTo>
                <a:lnTo>
                  <a:pt x="1452422" y="854824"/>
                </a:lnTo>
                <a:lnTo>
                  <a:pt x="1487131" y="858278"/>
                </a:lnTo>
                <a:lnTo>
                  <a:pt x="1493380" y="858215"/>
                </a:lnTo>
                <a:lnTo>
                  <a:pt x="1499552" y="856703"/>
                </a:lnTo>
                <a:lnTo>
                  <a:pt x="1505623" y="853059"/>
                </a:lnTo>
                <a:close/>
              </a:path>
            </a:pathLst>
          </a:custGeom>
          <a:solidFill>
            <a:srgbClr val="4E7051"/>
          </a:solidFill>
        </p:spPr>
        <p:txBody>
          <a:bodyPr wrap="square" lIns="0" tIns="0" rIns="0" bIns="0" rtlCol="0"/>
          <a:lstStyle/>
          <a:p>
            <a:endParaRPr/>
          </a:p>
        </p:txBody>
      </p:sp>
      <p:pic>
        <p:nvPicPr>
          <p:cNvPr id="18" name="object 18"/>
          <p:cNvPicPr/>
          <p:nvPr/>
        </p:nvPicPr>
        <p:blipFill>
          <a:blip r:embed="rId2" cstate="print"/>
          <a:stretch>
            <a:fillRect/>
          </a:stretch>
        </p:blipFill>
        <p:spPr>
          <a:xfrm>
            <a:off x="243903" y="4876797"/>
            <a:ext cx="1105090" cy="1981200"/>
          </a:xfrm>
          <a:prstGeom prst="rect">
            <a:avLst/>
          </a:prstGeom>
        </p:spPr>
      </p:pic>
    </p:spTree>
    <p:extLst>
      <p:ext uri="{BB962C8B-B14F-4D97-AF65-F5344CB8AC3E}">
        <p14:creationId xmlns="" xmlns:p14="http://schemas.microsoft.com/office/powerpoint/2010/main" val="1583328820"/>
      </p:ext>
    </p:extLst>
  </p:cSld>
  <p:clrMapOvr>
    <a:masterClrMapping/>
  </p:clrMapOvr>
  <p:transition>
    <p:dissolve/>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1518</TotalTime>
  <Words>1113</Words>
  <Application>Microsoft Office PowerPoint</Application>
  <PresentationFormat>On-screen Show (4:3)</PresentationFormat>
  <Paragraphs>107</Paragraphs>
  <Slides>13</Slides>
  <Notes>2</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Agriculture and Rural Development </vt:lpstr>
      <vt:lpstr>TEAM</vt:lpstr>
      <vt:lpstr>Know Our Team Members</vt:lpstr>
      <vt:lpstr>Problem Statement</vt:lpstr>
      <vt:lpstr>Mission Statement</vt:lpstr>
      <vt:lpstr>Solution</vt:lpstr>
      <vt:lpstr>Designer business concept (how the project would become financially sustainable) : </vt:lpstr>
      <vt:lpstr>Build your business Canvas </vt:lpstr>
      <vt:lpstr>SWOT ANALYSIS</vt:lpstr>
      <vt:lpstr>Access and plan for scalability: </vt:lpstr>
      <vt:lpstr>Build a prototype (MVP)/ start a pilot :</vt:lpstr>
      <vt:lpstr>Slide 12</vt:lpstr>
      <vt:lpstr>Thankyou</vt:lpstr>
    </vt:vector>
  </TitlesOfParts>
  <Company>HP</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Agriculture and  Rural Development A project use to fulfi the needs of farmers</dc:title>
  <dc:creator>hp</dc:creator>
  <cp:lastModifiedBy>hp</cp:lastModifiedBy>
  <cp:revision>140</cp:revision>
  <dcterms:created xsi:type="dcterms:W3CDTF">2024-01-21T17:38:14Z</dcterms:created>
  <dcterms:modified xsi:type="dcterms:W3CDTF">2024-07-08T19:47:09Z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2024-01-29T15:13:19Z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9bebe9d5-95e7-4c55-9c03-00e5aa7d778d</vt:lpwstr>
  </property>
  <property fmtid="{D5CDD505-2E9C-101B-9397-08002B2CF9AE}" pid="7" name="MSIP_Label_defa4170-0d19-0005-0004-bc88714345d2_ActionId">
    <vt:lpwstr>4fd32e23-bb4d-4208-8394-622d41d8e9c7</vt:lpwstr>
  </property>
  <property fmtid="{D5CDD505-2E9C-101B-9397-08002B2CF9AE}" pid="8" name="MSIP_Label_defa4170-0d19-0005-0004-bc88714345d2_ContentBits">
    <vt:lpwstr>0</vt:lpwstr>
  </property>
</Properties>
</file>